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0B_17BCA597.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62" r:id="rId5"/>
    <p:sldId id="258" r:id="rId6"/>
    <p:sldId id="261" r:id="rId7"/>
    <p:sldId id="265" r:id="rId8"/>
    <p:sldId id="267" r:id="rId9"/>
    <p:sldId id="263"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582667-6102-27E7-ED8E-01A166EB4B6B}" name="Guest User" initials="GU" userId="Guest User"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DBA1B-02EE-0FEA-7074-616F3226E104}" v="406" dt="2025-11-12T23:19:41.389"/>
    <p1510:client id="{30253DC4-A0D0-2A23-20BB-48EDC00ADB0A}" v="78" dt="2025-11-12T18:48:58.597"/>
    <p1510:client id="{5051D4B7-F818-5782-6943-978D533CD08D}" v="1" dt="2025-11-12T21:57:32.913"/>
    <p1510:client id="{5610F62F-860C-458D-9D95-53986606810B}" v="2" dt="2025-11-12T23:05:21.182"/>
    <p1510:client id="{8AD238A3-3CA6-4CA4-A9B4-768782048707}" v="7" dt="2025-11-12T19:55:05.039"/>
    <p1510:client id="{8FF8E0B1-B8E8-8BA3-1FFE-BEE8C41AEBC5}" v="7" dt="2025-11-12T19:15:31.470"/>
    <p1510:client id="{A5E4EB02-BAB1-6253-3CB9-982A12972524}" v="2" dt="2025-11-13T02:55:17.297"/>
    <p1510:client id="{AF805539-A57B-B834-8278-E742DA61F663}" v="101" dt="2025-11-13T07:26:58.428"/>
    <p1510:client id="{B790B8CA-9DF5-64FC-13D2-2564BC397AC0}" v="1" dt="2025-11-12T17:00:20.047"/>
    <p1510:client id="{D44AEF2D-A0DE-4900-98A9-F4EDCAFDD473}" v="485" dt="2025-11-13T03:01:47.398"/>
    <p1510:client id="{EE7AD47C-7EC6-EB61-6F84-D6ECD05BFCBE}" v="570" dt="2025-11-13T03:18:25.9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modernComment_10B_17BCA597.xml><?xml version="1.0" encoding="utf-8"?>
<p188:cmLst xmlns:a="http://schemas.openxmlformats.org/drawingml/2006/main" xmlns:r="http://schemas.openxmlformats.org/officeDocument/2006/relationships" xmlns:p188="http://schemas.microsoft.com/office/powerpoint/2018/8/main">
  <p188:cm id="{209E2B22-FC67-4654-9E05-CDEA8EF49849}" authorId="{95582667-6102-27E7-ED8E-01A166EB4B6B}" created="2025-11-12T22:44:48.581">
    <pc:sldMkLst xmlns:pc="http://schemas.microsoft.com/office/powerpoint/2013/main/command">
      <pc:docMk/>
      <pc:sldMk cId="398239127" sldId="267"/>
    </pc:sldMkLst>
    <p188:replyLst>
      <p188:reply id="{F152B22D-A607-41E6-A8FC-1D1AE5256E43}" authorId="{95582667-6102-27E7-ED8E-01A166EB4B6B}" created="2025-11-12T22:47:04.402">
        <p188:txBody>
          <a:bodyPr/>
          <a:lstStyle/>
          <a:p>
            <a:r>
              <a:rPr lang="en-US"/>
              <a:t>Collaborative editing is when two or more people can make changes to a file as well as view other people's changes to that file in real time</a:t>
            </a:r>
          </a:p>
        </p188:txBody>
      </p188:reply>
      <p188:reply id="{D1E96710-EAD0-45DD-B48E-6E71151F72F8}" authorId="{95582667-6102-27E7-ED8E-01A166EB4B6B}" created="2025-11-12T22:49:01.457">
        <p188:txBody>
          <a:bodyPr/>
          <a:lstStyle/>
          <a:p>
            <a:r>
              <a:rPr lang="en-US"/>
              <a:t>The video in this slide shows that one person's changes to a file (on the left) immediately appear for the other person (on the right) who is viewing that same file. It then flips to where the second person starts making changes which appear for the first person in real time.</a:t>
            </a:r>
          </a:p>
        </p188:txBody>
      </p188:reply>
      <p188:reply id="{8F65C8C0-156B-4A1D-8893-94AD77F3D3EE}" authorId="{95582667-6102-27E7-ED8E-01A166EB4B6B}" created="2025-11-12T22:54:30.516">
        <p188:txBody>
          <a:bodyPr/>
          <a:lstStyle/>
          <a:p>
            <a:r>
              <a:rPr lang="en-US"/>
              <a:t>This is made possible by using web sockets which broadcast changes made to a file to all clients who are connected to that socket. Think of it like this, when many people are texting each other in a group chat, the messages must first be carried to a nearby cell tower (web socket) at which point it broadcasts that text to the other people in the group (anyone else connected to the web socket).</a:t>
            </a:r>
          </a:p>
        </p188:txBody>
      </p188:reply>
    </p188:replyLst>
    <p188:txBody>
      <a:bodyPr/>
      <a:lstStyle/>
      <a:p>
        <a:r>
          <a:rPr lang="en-US"/>
          <a:t>***Test comment***</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9B0C7BC6-4376-4712-A8E0-C8124C6A2A98}"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1EB9BE28-86BF-4A69-A51F-795CC7DDF8E9}">
      <dgm:prSet/>
      <dgm:spPr/>
      <dgm:t>
        <a:bodyPr/>
        <a:lstStyle/>
        <a:p>
          <a:r>
            <a:rPr lang="en-US"/>
            <a:t>We wanted to create an open-source collaborative LaTeX editor to help eliminate the paywall created by an Overleaf type product.</a:t>
          </a:r>
        </a:p>
      </dgm:t>
    </dgm:pt>
    <dgm:pt modelId="{5434A464-2478-42EA-A05B-A2EB81A1A254}" type="parTrans" cxnId="{CD50F78A-9F09-4C3E-9B28-1BDEC045FFB2}">
      <dgm:prSet/>
      <dgm:spPr/>
      <dgm:t>
        <a:bodyPr/>
        <a:lstStyle/>
        <a:p>
          <a:endParaRPr lang="en-US"/>
        </a:p>
      </dgm:t>
    </dgm:pt>
    <dgm:pt modelId="{A4275C59-9B0F-4C44-9358-468577FB1D64}" type="sibTrans" cxnId="{CD50F78A-9F09-4C3E-9B28-1BDEC045FFB2}">
      <dgm:prSet/>
      <dgm:spPr/>
      <dgm:t>
        <a:bodyPr/>
        <a:lstStyle/>
        <a:p>
          <a:endParaRPr lang="en-US"/>
        </a:p>
      </dgm:t>
    </dgm:pt>
    <dgm:pt modelId="{2BBE6650-CC04-47D9-8D75-AE0A4431B5E6}">
      <dgm:prSet/>
      <dgm:spPr/>
      <dgm:t>
        <a:bodyPr/>
        <a:lstStyle/>
        <a:p>
          <a:r>
            <a:rPr lang="en-US"/>
            <a:t>This project originated when Robby was maligned by the Overleaf team. Features like version history and collaborative editing shouldn't be locked behind a massive paywall.</a:t>
          </a:r>
        </a:p>
      </dgm:t>
    </dgm:pt>
    <dgm:pt modelId="{0BC0693E-9437-47DD-A18A-2C7BA70AA3E9}" type="parTrans" cxnId="{D4E9BA03-AE8F-4DBF-968E-823FB81A3DD7}">
      <dgm:prSet/>
      <dgm:spPr/>
      <dgm:t>
        <a:bodyPr/>
        <a:lstStyle/>
        <a:p>
          <a:endParaRPr lang="en-US"/>
        </a:p>
      </dgm:t>
    </dgm:pt>
    <dgm:pt modelId="{BD23B514-A864-48BA-9E8B-FD78E3F1DBAC}" type="sibTrans" cxnId="{D4E9BA03-AE8F-4DBF-968E-823FB81A3DD7}">
      <dgm:prSet/>
      <dgm:spPr/>
      <dgm:t>
        <a:bodyPr/>
        <a:lstStyle/>
        <a:p>
          <a:endParaRPr lang="en-US"/>
        </a:p>
      </dgm:t>
    </dgm:pt>
    <dgm:pt modelId="{8403C6D4-488D-4E19-B3C7-66ACA2BC8BA3}" type="pres">
      <dgm:prSet presAssocID="{9B0C7BC6-4376-4712-A8E0-C8124C6A2A98}" presName="vert0" presStyleCnt="0">
        <dgm:presLayoutVars>
          <dgm:dir/>
          <dgm:animOne val="branch"/>
          <dgm:animLvl val="lvl"/>
        </dgm:presLayoutVars>
      </dgm:prSet>
      <dgm:spPr/>
    </dgm:pt>
    <dgm:pt modelId="{C0F66302-F276-43EC-9F43-0D0CD28B64A3}" type="pres">
      <dgm:prSet presAssocID="{1EB9BE28-86BF-4A69-A51F-795CC7DDF8E9}" presName="thickLine" presStyleLbl="alignNode1" presStyleIdx="0" presStyleCnt="2"/>
      <dgm:spPr/>
    </dgm:pt>
    <dgm:pt modelId="{7149252A-A1B1-4480-B297-A98BBCD70BAE}" type="pres">
      <dgm:prSet presAssocID="{1EB9BE28-86BF-4A69-A51F-795CC7DDF8E9}" presName="horz1" presStyleCnt="0"/>
      <dgm:spPr/>
    </dgm:pt>
    <dgm:pt modelId="{119A8E0D-D2ED-4DF2-A6D8-FFB53395704D}" type="pres">
      <dgm:prSet presAssocID="{1EB9BE28-86BF-4A69-A51F-795CC7DDF8E9}" presName="tx1" presStyleLbl="revTx" presStyleIdx="0" presStyleCnt="2"/>
      <dgm:spPr/>
    </dgm:pt>
    <dgm:pt modelId="{FD780610-23AE-4D2A-8094-AD836DC02357}" type="pres">
      <dgm:prSet presAssocID="{1EB9BE28-86BF-4A69-A51F-795CC7DDF8E9}" presName="vert1" presStyleCnt="0"/>
      <dgm:spPr/>
    </dgm:pt>
    <dgm:pt modelId="{67DE4625-FFBA-4BE9-9C47-AA9D0618D9BC}" type="pres">
      <dgm:prSet presAssocID="{2BBE6650-CC04-47D9-8D75-AE0A4431B5E6}" presName="thickLine" presStyleLbl="alignNode1" presStyleIdx="1" presStyleCnt="2"/>
      <dgm:spPr/>
    </dgm:pt>
    <dgm:pt modelId="{68A9DE43-3E8C-4151-98B6-81C4AF934385}" type="pres">
      <dgm:prSet presAssocID="{2BBE6650-CC04-47D9-8D75-AE0A4431B5E6}" presName="horz1" presStyleCnt="0"/>
      <dgm:spPr/>
    </dgm:pt>
    <dgm:pt modelId="{3F3D3F15-D02A-4FC9-80AC-21E29423E7A4}" type="pres">
      <dgm:prSet presAssocID="{2BBE6650-CC04-47D9-8D75-AE0A4431B5E6}" presName="tx1" presStyleLbl="revTx" presStyleIdx="1" presStyleCnt="2"/>
      <dgm:spPr/>
    </dgm:pt>
    <dgm:pt modelId="{41F744C4-F1D9-4668-8E1D-95371258223C}" type="pres">
      <dgm:prSet presAssocID="{2BBE6650-CC04-47D9-8D75-AE0A4431B5E6}" presName="vert1" presStyleCnt="0"/>
      <dgm:spPr/>
    </dgm:pt>
  </dgm:ptLst>
  <dgm:cxnLst>
    <dgm:cxn modelId="{D4E9BA03-AE8F-4DBF-968E-823FB81A3DD7}" srcId="{9B0C7BC6-4376-4712-A8E0-C8124C6A2A98}" destId="{2BBE6650-CC04-47D9-8D75-AE0A4431B5E6}" srcOrd="1" destOrd="0" parTransId="{0BC0693E-9437-47DD-A18A-2C7BA70AA3E9}" sibTransId="{BD23B514-A864-48BA-9E8B-FD78E3F1DBAC}"/>
    <dgm:cxn modelId="{91A4F41D-E87E-41F4-BD54-E9B5181A195B}" type="presOf" srcId="{1EB9BE28-86BF-4A69-A51F-795CC7DDF8E9}" destId="{119A8E0D-D2ED-4DF2-A6D8-FFB53395704D}" srcOrd="0" destOrd="0" presId="urn:microsoft.com/office/officeart/2008/layout/LinedList"/>
    <dgm:cxn modelId="{64346C4E-4A9F-4F9B-A352-E5F46923FAE6}" type="presOf" srcId="{2BBE6650-CC04-47D9-8D75-AE0A4431B5E6}" destId="{3F3D3F15-D02A-4FC9-80AC-21E29423E7A4}" srcOrd="0" destOrd="0" presId="urn:microsoft.com/office/officeart/2008/layout/LinedList"/>
    <dgm:cxn modelId="{CD50F78A-9F09-4C3E-9B28-1BDEC045FFB2}" srcId="{9B0C7BC6-4376-4712-A8E0-C8124C6A2A98}" destId="{1EB9BE28-86BF-4A69-A51F-795CC7DDF8E9}" srcOrd="0" destOrd="0" parTransId="{5434A464-2478-42EA-A05B-A2EB81A1A254}" sibTransId="{A4275C59-9B0F-4C44-9358-468577FB1D64}"/>
    <dgm:cxn modelId="{B7B924B4-FE2C-431F-A6C4-AA1B5F5FF845}" type="presOf" srcId="{9B0C7BC6-4376-4712-A8E0-C8124C6A2A98}" destId="{8403C6D4-488D-4E19-B3C7-66ACA2BC8BA3}" srcOrd="0" destOrd="0" presId="urn:microsoft.com/office/officeart/2008/layout/LinedList"/>
    <dgm:cxn modelId="{498E6001-26EC-4410-B89C-86424013FC9D}" type="presParOf" srcId="{8403C6D4-488D-4E19-B3C7-66ACA2BC8BA3}" destId="{C0F66302-F276-43EC-9F43-0D0CD28B64A3}" srcOrd="0" destOrd="0" presId="urn:microsoft.com/office/officeart/2008/layout/LinedList"/>
    <dgm:cxn modelId="{43CEDAB9-4D2E-465A-B63B-F9F74312E719}" type="presParOf" srcId="{8403C6D4-488D-4E19-B3C7-66ACA2BC8BA3}" destId="{7149252A-A1B1-4480-B297-A98BBCD70BAE}" srcOrd="1" destOrd="0" presId="urn:microsoft.com/office/officeart/2008/layout/LinedList"/>
    <dgm:cxn modelId="{E4EE1A79-86A9-4F63-9931-160965B56C53}" type="presParOf" srcId="{7149252A-A1B1-4480-B297-A98BBCD70BAE}" destId="{119A8E0D-D2ED-4DF2-A6D8-FFB53395704D}" srcOrd="0" destOrd="0" presId="urn:microsoft.com/office/officeart/2008/layout/LinedList"/>
    <dgm:cxn modelId="{D0FF6D2D-7B32-403D-971B-26D967488A79}" type="presParOf" srcId="{7149252A-A1B1-4480-B297-A98BBCD70BAE}" destId="{FD780610-23AE-4D2A-8094-AD836DC02357}" srcOrd="1" destOrd="0" presId="urn:microsoft.com/office/officeart/2008/layout/LinedList"/>
    <dgm:cxn modelId="{81A466BE-A54F-43C5-9437-7A7050F46802}" type="presParOf" srcId="{8403C6D4-488D-4E19-B3C7-66ACA2BC8BA3}" destId="{67DE4625-FFBA-4BE9-9C47-AA9D0618D9BC}" srcOrd="2" destOrd="0" presId="urn:microsoft.com/office/officeart/2008/layout/LinedList"/>
    <dgm:cxn modelId="{056D23F5-FB09-4D2C-ADB9-5B4116418B0D}" type="presParOf" srcId="{8403C6D4-488D-4E19-B3C7-66ACA2BC8BA3}" destId="{68A9DE43-3E8C-4151-98B6-81C4AF934385}" srcOrd="3" destOrd="0" presId="urn:microsoft.com/office/officeart/2008/layout/LinedList"/>
    <dgm:cxn modelId="{F40EBF9A-5ADF-4108-9BB1-CB884F40B42F}" type="presParOf" srcId="{68A9DE43-3E8C-4151-98B6-81C4AF934385}" destId="{3F3D3F15-D02A-4FC9-80AC-21E29423E7A4}" srcOrd="0" destOrd="0" presId="urn:microsoft.com/office/officeart/2008/layout/LinedList"/>
    <dgm:cxn modelId="{9E75791E-9C50-404E-AD79-98AAB688B97E}" type="presParOf" srcId="{68A9DE43-3E8C-4151-98B6-81C4AF934385}" destId="{41F744C4-F1D9-4668-8E1D-95371258223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E698B8-7253-4364-919B-6D4402149076}"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2DBB22F-A1E2-4CF2-8B7B-F690DA488C7B}">
      <dgm:prSet/>
      <dgm:spPr/>
      <dgm:t>
        <a:bodyPr/>
        <a:lstStyle/>
        <a:p>
          <a:pPr>
            <a:lnSpc>
              <a:spcPct val="100000"/>
            </a:lnSpc>
          </a:pPr>
          <a:r>
            <a:rPr lang="en-US">
              <a:latin typeface="Aptos Display" panose="02110004020202020204"/>
            </a:rPr>
            <a:t>React UI with Monaco built editor, custom auto-complete implementation. </a:t>
          </a:r>
          <a:endParaRPr lang="en-US"/>
        </a:p>
      </dgm:t>
    </dgm:pt>
    <dgm:pt modelId="{F67EEA63-DC24-4B7C-A209-E21B91B24432}" type="parTrans" cxnId="{D0AF68D5-97FD-4F49-A102-E39F0684620E}">
      <dgm:prSet/>
      <dgm:spPr/>
      <dgm:t>
        <a:bodyPr/>
        <a:lstStyle/>
        <a:p>
          <a:endParaRPr lang="en-US"/>
        </a:p>
      </dgm:t>
    </dgm:pt>
    <dgm:pt modelId="{EA832D18-522F-4221-8D53-0D57686A51FC}" type="sibTrans" cxnId="{D0AF68D5-97FD-4F49-A102-E39F0684620E}">
      <dgm:prSet/>
      <dgm:spPr/>
      <dgm:t>
        <a:bodyPr/>
        <a:lstStyle/>
        <a:p>
          <a:pPr>
            <a:lnSpc>
              <a:spcPct val="100000"/>
            </a:lnSpc>
          </a:pPr>
          <a:endParaRPr lang="en-US"/>
        </a:p>
      </dgm:t>
    </dgm:pt>
    <dgm:pt modelId="{C303B4F9-6C54-46BF-9563-0A14939641C4}">
      <dgm:prSet/>
      <dgm:spPr/>
      <dgm:t>
        <a:bodyPr/>
        <a:lstStyle/>
        <a:p>
          <a:pPr>
            <a:lnSpc>
              <a:spcPct val="100000"/>
            </a:lnSpc>
          </a:pPr>
          <a:r>
            <a:rPr lang="en-US"/>
            <a:t>Robby bought the "underbranch.org" domain for $12 and had an old computer that we could use as the web server.</a:t>
          </a:r>
        </a:p>
      </dgm:t>
    </dgm:pt>
    <dgm:pt modelId="{1485576F-4C49-4291-BC70-2004A68B7104}" type="parTrans" cxnId="{E3F88A81-8A14-4AC4-83F7-E1132AD97965}">
      <dgm:prSet/>
      <dgm:spPr/>
      <dgm:t>
        <a:bodyPr/>
        <a:lstStyle/>
        <a:p>
          <a:endParaRPr lang="en-US"/>
        </a:p>
      </dgm:t>
    </dgm:pt>
    <dgm:pt modelId="{862C033B-2BF9-47C9-9E53-AE02F2D50F85}" type="sibTrans" cxnId="{E3F88A81-8A14-4AC4-83F7-E1132AD97965}">
      <dgm:prSet/>
      <dgm:spPr/>
      <dgm:t>
        <a:bodyPr/>
        <a:lstStyle/>
        <a:p>
          <a:pPr>
            <a:lnSpc>
              <a:spcPct val="100000"/>
            </a:lnSpc>
          </a:pPr>
          <a:endParaRPr lang="en-US"/>
        </a:p>
      </dgm:t>
    </dgm:pt>
    <dgm:pt modelId="{55CA53C1-319B-4983-8F29-7C84E59B34B8}">
      <dgm:prSet/>
      <dgm:spPr/>
      <dgm:t>
        <a:bodyPr/>
        <a:lstStyle/>
        <a:p>
          <a:pPr>
            <a:lnSpc>
              <a:spcPct val="100000"/>
            </a:lnSpc>
          </a:pPr>
          <a:r>
            <a:rPr lang="en-US"/>
            <a:t>We installed Ubuntu Server on XPS, and set up nginx, </a:t>
          </a:r>
          <a:r>
            <a:rPr lang="en-US" err="1"/>
            <a:t>cloudflared</a:t>
          </a:r>
          <a:r>
            <a:rPr lang="en-US"/>
            <a:t>, pm2, and </a:t>
          </a:r>
          <a:r>
            <a:rPr lang="en-US" err="1"/>
            <a:t>TeXLive</a:t>
          </a:r>
          <a:r>
            <a:rPr lang="en-US"/>
            <a:t>, before switching away from Cloudflare Tunnels later on.</a:t>
          </a:r>
        </a:p>
      </dgm:t>
    </dgm:pt>
    <dgm:pt modelId="{1DE57084-4003-4A6B-B406-800EB298D1E2}" type="parTrans" cxnId="{32B7DB55-BD84-4A97-8472-73E18D197B2D}">
      <dgm:prSet/>
      <dgm:spPr/>
      <dgm:t>
        <a:bodyPr/>
        <a:lstStyle/>
        <a:p>
          <a:endParaRPr lang="en-US"/>
        </a:p>
      </dgm:t>
    </dgm:pt>
    <dgm:pt modelId="{58B5B2EE-1411-4D4E-8F30-926C8BF53BA0}" type="sibTrans" cxnId="{32B7DB55-BD84-4A97-8472-73E18D197B2D}">
      <dgm:prSet/>
      <dgm:spPr/>
      <dgm:t>
        <a:bodyPr/>
        <a:lstStyle/>
        <a:p>
          <a:pPr>
            <a:lnSpc>
              <a:spcPct val="100000"/>
            </a:lnSpc>
          </a:pPr>
          <a:endParaRPr lang="en-US"/>
        </a:p>
      </dgm:t>
    </dgm:pt>
    <dgm:pt modelId="{944312BF-427D-4968-8913-0D8DD819FA52}">
      <dgm:prSet/>
      <dgm:spPr/>
      <dgm:t>
        <a:bodyPr/>
        <a:lstStyle/>
        <a:p>
          <a:pPr>
            <a:lnSpc>
              <a:spcPct val="100000"/>
            </a:lnSpc>
          </a:pPr>
          <a:r>
            <a:rPr lang="en-US"/>
            <a:t>We chose to use Node servers to run our API endpoints, while the frontend remained a React app.</a:t>
          </a:r>
        </a:p>
      </dgm:t>
    </dgm:pt>
    <dgm:pt modelId="{5B1C8499-3CDF-4AE6-AA22-ADA9A02DD761}" type="parTrans" cxnId="{50851309-AF80-40F6-8E1E-029DD5ACF49A}">
      <dgm:prSet/>
      <dgm:spPr/>
      <dgm:t>
        <a:bodyPr/>
        <a:lstStyle/>
        <a:p>
          <a:endParaRPr lang="en-US"/>
        </a:p>
      </dgm:t>
    </dgm:pt>
    <dgm:pt modelId="{900063A4-BED9-4EC9-8D7C-C2FF01877F4D}" type="sibTrans" cxnId="{50851309-AF80-40F6-8E1E-029DD5ACF49A}">
      <dgm:prSet/>
      <dgm:spPr/>
      <dgm:t>
        <a:bodyPr/>
        <a:lstStyle/>
        <a:p>
          <a:endParaRPr lang="en-US"/>
        </a:p>
      </dgm:t>
    </dgm:pt>
    <dgm:pt modelId="{3691F844-9146-4E1C-B11D-66D43A83C8C8}" type="pres">
      <dgm:prSet presAssocID="{BCE698B8-7253-4364-919B-6D4402149076}" presName="root" presStyleCnt="0">
        <dgm:presLayoutVars>
          <dgm:dir/>
          <dgm:resizeHandles val="exact"/>
        </dgm:presLayoutVars>
      </dgm:prSet>
      <dgm:spPr/>
    </dgm:pt>
    <dgm:pt modelId="{93B7A9E7-F6C0-4309-A8BF-7E438017A3E4}" type="pres">
      <dgm:prSet presAssocID="{BCE698B8-7253-4364-919B-6D4402149076}" presName="container" presStyleCnt="0">
        <dgm:presLayoutVars>
          <dgm:dir/>
          <dgm:resizeHandles val="exact"/>
        </dgm:presLayoutVars>
      </dgm:prSet>
      <dgm:spPr/>
    </dgm:pt>
    <dgm:pt modelId="{7099EB8C-ABCD-4D1B-A4BB-A44AFBAD4C8E}" type="pres">
      <dgm:prSet presAssocID="{32DBB22F-A1E2-4CF2-8B7B-F690DA488C7B}" presName="compNode" presStyleCnt="0"/>
      <dgm:spPr/>
    </dgm:pt>
    <dgm:pt modelId="{7FC0AE74-3047-4A79-AA75-0416CFB629B2}" type="pres">
      <dgm:prSet presAssocID="{32DBB22F-A1E2-4CF2-8B7B-F690DA488C7B}" presName="iconBgRect" presStyleLbl="bgShp" presStyleIdx="0" presStyleCnt="4"/>
      <dgm:spPr/>
    </dgm:pt>
    <dgm:pt modelId="{F6CF99B7-71F4-476E-A2B8-1D09EDBAB68F}" type="pres">
      <dgm:prSet presAssocID="{32DBB22F-A1E2-4CF2-8B7B-F690DA488C7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tom with solid fill"/>
        </a:ext>
      </dgm:extLst>
    </dgm:pt>
    <dgm:pt modelId="{1A7026D4-E6E7-4D06-9871-9885DF703DE6}" type="pres">
      <dgm:prSet presAssocID="{32DBB22F-A1E2-4CF2-8B7B-F690DA488C7B}" presName="spaceRect" presStyleCnt="0"/>
      <dgm:spPr/>
    </dgm:pt>
    <dgm:pt modelId="{9EF320B2-FFE9-4A17-A514-1164B850FDAE}" type="pres">
      <dgm:prSet presAssocID="{32DBB22F-A1E2-4CF2-8B7B-F690DA488C7B}" presName="textRect" presStyleLbl="revTx" presStyleIdx="0" presStyleCnt="4">
        <dgm:presLayoutVars>
          <dgm:chMax val="1"/>
          <dgm:chPref val="1"/>
        </dgm:presLayoutVars>
      </dgm:prSet>
      <dgm:spPr/>
    </dgm:pt>
    <dgm:pt modelId="{4F46E166-11B0-4249-9F22-AE039A890DFD}" type="pres">
      <dgm:prSet presAssocID="{EA832D18-522F-4221-8D53-0D57686A51FC}" presName="sibTrans" presStyleLbl="sibTrans2D1" presStyleIdx="0" presStyleCnt="0"/>
      <dgm:spPr/>
    </dgm:pt>
    <dgm:pt modelId="{4CF9E40F-F1AA-4206-80EC-B093B6722E36}" type="pres">
      <dgm:prSet presAssocID="{C303B4F9-6C54-46BF-9563-0A14939641C4}" presName="compNode" presStyleCnt="0"/>
      <dgm:spPr/>
    </dgm:pt>
    <dgm:pt modelId="{EA6620FF-C90A-4D96-9CEA-80AEB0681951}" type="pres">
      <dgm:prSet presAssocID="{C303B4F9-6C54-46BF-9563-0A14939641C4}" presName="iconBgRect" presStyleLbl="bgShp" presStyleIdx="1" presStyleCnt="4"/>
      <dgm:spPr/>
    </dgm:pt>
    <dgm:pt modelId="{3C1FDB1F-46BA-467F-942D-A4BC62A90F0E}" type="pres">
      <dgm:prSet presAssocID="{C303B4F9-6C54-46BF-9563-0A14939641C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0ED85507-6943-4E7D-91AF-9A2CA1EDA34A}" type="pres">
      <dgm:prSet presAssocID="{C303B4F9-6C54-46BF-9563-0A14939641C4}" presName="spaceRect" presStyleCnt="0"/>
      <dgm:spPr/>
    </dgm:pt>
    <dgm:pt modelId="{098181E3-CB87-4D07-860F-4DCAA794710A}" type="pres">
      <dgm:prSet presAssocID="{C303B4F9-6C54-46BF-9563-0A14939641C4}" presName="textRect" presStyleLbl="revTx" presStyleIdx="1" presStyleCnt="4">
        <dgm:presLayoutVars>
          <dgm:chMax val="1"/>
          <dgm:chPref val="1"/>
        </dgm:presLayoutVars>
      </dgm:prSet>
      <dgm:spPr/>
    </dgm:pt>
    <dgm:pt modelId="{A51ACF9C-CAFE-4771-BA93-784625F31000}" type="pres">
      <dgm:prSet presAssocID="{862C033B-2BF9-47C9-9E53-AE02F2D50F85}" presName="sibTrans" presStyleLbl="sibTrans2D1" presStyleIdx="0" presStyleCnt="0"/>
      <dgm:spPr/>
    </dgm:pt>
    <dgm:pt modelId="{84C2739B-2589-477D-BB48-D2BCB52AFE5D}" type="pres">
      <dgm:prSet presAssocID="{55CA53C1-319B-4983-8F29-7C84E59B34B8}" presName="compNode" presStyleCnt="0"/>
      <dgm:spPr/>
    </dgm:pt>
    <dgm:pt modelId="{34D5740A-2C4B-4F34-A798-11588AFD77AC}" type="pres">
      <dgm:prSet presAssocID="{55CA53C1-319B-4983-8F29-7C84E59B34B8}" presName="iconBgRect" presStyleLbl="bgShp" presStyleIdx="2" presStyleCnt="4"/>
      <dgm:spPr/>
    </dgm:pt>
    <dgm:pt modelId="{BBA81A11-4AA3-49E8-B020-9FD611D8DA73}" type="pres">
      <dgm:prSet presAssocID="{55CA53C1-319B-4983-8F29-7C84E59B34B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0407AA1F-8DD1-4FAB-8135-2C570DEC492F}" type="pres">
      <dgm:prSet presAssocID="{55CA53C1-319B-4983-8F29-7C84E59B34B8}" presName="spaceRect" presStyleCnt="0"/>
      <dgm:spPr/>
    </dgm:pt>
    <dgm:pt modelId="{C74DFADD-EE17-4C67-ADF6-9C465FA920E1}" type="pres">
      <dgm:prSet presAssocID="{55CA53C1-319B-4983-8F29-7C84E59B34B8}" presName="textRect" presStyleLbl="revTx" presStyleIdx="2" presStyleCnt="4">
        <dgm:presLayoutVars>
          <dgm:chMax val="1"/>
          <dgm:chPref val="1"/>
        </dgm:presLayoutVars>
      </dgm:prSet>
      <dgm:spPr/>
    </dgm:pt>
    <dgm:pt modelId="{718595DC-B5E7-407F-ABEC-9D1DCCF66885}" type="pres">
      <dgm:prSet presAssocID="{58B5B2EE-1411-4D4E-8F30-926C8BF53BA0}" presName="sibTrans" presStyleLbl="sibTrans2D1" presStyleIdx="0" presStyleCnt="0"/>
      <dgm:spPr/>
    </dgm:pt>
    <dgm:pt modelId="{B452E322-32BA-4F58-9766-9EE16BB8AF6A}" type="pres">
      <dgm:prSet presAssocID="{944312BF-427D-4968-8913-0D8DD819FA52}" presName="compNode" presStyleCnt="0"/>
      <dgm:spPr/>
    </dgm:pt>
    <dgm:pt modelId="{485BD0BB-35CF-4EE6-A781-785ABB81D617}" type="pres">
      <dgm:prSet presAssocID="{944312BF-427D-4968-8913-0D8DD819FA52}" presName="iconBgRect" presStyleLbl="bgShp" presStyleIdx="3" presStyleCnt="4"/>
      <dgm:spPr/>
    </dgm:pt>
    <dgm:pt modelId="{5F2063E1-B56B-4B88-8D58-FE5A901C29D0}" type="pres">
      <dgm:prSet presAssocID="{944312BF-427D-4968-8913-0D8DD819FA5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B208F6DB-3208-4A73-9B32-055027439715}" type="pres">
      <dgm:prSet presAssocID="{944312BF-427D-4968-8913-0D8DD819FA52}" presName="spaceRect" presStyleCnt="0"/>
      <dgm:spPr/>
    </dgm:pt>
    <dgm:pt modelId="{006FC9D6-2F60-4852-9937-B8B8814804D6}" type="pres">
      <dgm:prSet presAssocID="{944312BF-427D-4968-8913-0D8DD819FA52}" presName="textRect" presStyleLbl="revTx" presStyleIdx="3" presStyleCnt="4">
        <dgm:presLayoutVars>
          <dgm:chMax val="1"/>
          <dgm:chPref val="1"/>
        </dgm:presLayoutVars>
      </dgm:prSet>
      <dgm:spPr/>
    </dgm:pt>
  </dgm:ptLst>
  <dgm:cxnLst>
    <dgm:cxn modelId="{50851309-AF80-40F6-8E1E-029DD5ACF49A}" srcId="{BCE698B8-7253-4364-919B-6D4402149076}" destId="{944312BF-427D-4968-8913-0D8DD819FA52}" srcOrd="3" destOrd="0" parTransId="{5B1C8499-3CDF-4AE6-AA22-ADA9A02DD761}" sibTransId="{900063A4-BED9-4EC9-8D7C-C2FF01877F4D}"/>
    <dgm:cxn modelId="{4C4BA91E-F374-4913-B74A-A3B072192497}" type="presOf" srcId="{862C033B-2BF9-47C9-9E53-AE02F2D50F85}" destId="{A51ACF9C-CAFE-4771-BA93-784625F31000}" srcOrd="0" destOrd="0" presId="urn:microsoft.com/office/officeart/2018/2/layout/IconCircleList"/>
    <dgm:cxn modelId="{7F89FA40-1680-47A9-866F-FB3C5BFFAF30}" type="presOf" srcId="{EA832D18-522F-4221-8D53-0D57686A51FC}" destId="{4F46E166-11B0-4249-9F22-AE039A890DFD}" srcOrd="0" destOrd="0" presId="urn:microsoft.com/office/officeart/2018/2/layout/IconCircleList"/>
    <dgm:cxn modelId="{D8EAC169-DBB1-4E0E-B27E-B976D4B732FB}" type="presOf" srcId="{C303B4F9-6C54-46BF-9563-0A14939641C4}" destId="{098181E3-CB87-4D07-860F-4DCAA794710A}" srcOrd="0" destOrd="0" presId="urn:microsoft.com/office/officeart/2018/2/layout/IconCircleList"/>
    <dgm:cxn modelId="{94B1876D-D2C6-4772-858B-948342C0F506}" type="presOf" srcId="{944312BF-427D-4968-8913-0D8DD819FA52}" destId="{006FC9D6-2F60-4852-9937-B8B8814804D6}" srcOrd="0" destOrd="0" presId="urn:microsoft.com/office/officeart/2018/2/layout/IconCircleList"/>
    <dgm:cxn modelId="{32B7DB55-BD84-4A97-8472-73E18D197B2D}" srcId="{BCE698B8-7253-4364-919B-6D4402149076}" destId="{55CA53C1-319B-4983-8F29-7C84E59B34B8}" srcOrd="2" destOrd="0" parTransId="{1DE57084-4003-4A6B-B406-800EB298D1E2}" sibTransId="{58B5B2EE-1411-4D4E-8F30-926C8BF53BA0}"/>
    <dgm:cxn modelId="{E3F88A81-8A14-4AC4-83F7-E1132AD97965}" srcId="{BCE698B8-7253-4364-919B-6D4402149076}" destId="{C303B4F9-6C54-46BF-9563-0A14939641C4}" srcOrd="1" destOrd="0" parTransId="{1485576F-4C49-4291-BC70-2004A68B7104}" sibTransId="{862C033B-2BF9-47C9-9E53-AE02F2D50F85}"/>
    <dgm:cxn modelId="{BF899F94-8E3A-4D0F-8FC7-CF828742121D}" type="presOf" srcId="{55CA53C1-319B-4983-8F29-7C84E59B34B8}" destId="{C74DFADD-EE17-4C67-ADF6-9C465FA920E1}" srcOrd="0" destOrd="0" presId="urn:microsoft.com/office/officeart/2018/2/layout/IconCircleList"/>
    <dgm:cxn modelId="{FA263FA8-2131-4124-AB33-99AC0FB8F2B5}" type="presOf" srcId="{58B5B2EE-1411-4D4E-8F30-926C8BF53BA0}" destId="{718595DC-B5E7-407F-ABEC-9D1DCCF66885}" srcOrd="0" destOrd="0" presId="urn:microsoft.com/office/officeart/2018/2/layout/IconCircleList"/>
    <dgm:cxn modelId="{28CFFBC5-4FDD-440D-A177-DA8C781EC2C0}" type="presOf" srcId="{32DBB22F-A1E2-4CF2-8B7B-F690DA488C7B}" destId="{9EF320B2-FFE9-4A17-A514-1164B850FDAE}" srcOrd="0" destOrd="0" presId="urn:microsoft.com/office/officeart/2018/2/layout/IconCircleList"/>
    <dgm:cxn modelId="{65041FCB-3D2A-4DC3-BD1D-6FC034E1DFF7}" type="presOf" srcId="{BCE698B8-7253-4364-919B-6D4402149076}" destId="{3691F844-9146-4E1C-B11D-66D43A83C8C8}" srcOrd="0" destOrd="0" presId="urn:microsoft.com/office/officeart/2018/2/layout/IconCircleList"/>
    <dgm:cxn modelId="{D0AF68D5-97FD-4F49-A102-E39F0684620E}" srcId="{BCE698B8-7253-4364-919B-6D4402149076}" destId="{32DBB22F-A1E2-4CF2-8B7B-F690DA488C7B}" srcOrd="0" destOrd="0" parTransId="{F67EEA63-DC24-4B7C-A209-E21B91B24432}" sibTransId="{EA832D18-522F-4221-8D53-0D57686A51FC}"/>
    <dgm:cxn modelId="{AF04A7C4-AD19-408A-B245-C198369F2D5D}" type="presParOf" srcId="{3691F844-9146-4E1C-B11D-66D43A83C8C8}" destId="{93B7A9E7-F6C0-4309-A8BF-7E438017A3E4}" srcOrd="0" destOrd="0" presId="urn:microsoft.com/office/officeart/2018/2/layout/IconCircleList"/>
    <dgm:cxn modelId="{4583B502-0292-4CEC-AA4D-934EBA4FEC8A}" type="presParOf" srcId="{93B7A9E7-F6C0-4309-A8BF-7E438017A3E4}" destId="{7099EB8C-ABCD-4D1B-A4BB-A44AFBAD4C8E}" srcOrd="0" destOrd="0" presId="urn:microsoft.com/office/officeart/2018/2/layout/IconCircleList"/>
    <dgm:cxn modelId="{3A949250-A8A7-4ADF-8973-FEEF34365028}" type="presParOf" srcId="{7099EB8C-ABCD-4D1B-A4BB-A44AFBAD4C8E}" destId="{7FC0AE74-3047-4A79-AA75-0416CFB629B2}" srcOrd="0" destOrd="0" presId="urn:microsoft.com/office/officeart/2018/2/layout/IconCircleList"/>
    <dgm:cxn modelId="{64A1CA32-51B0-43B4-99E2-B923A46534F0}" type="presParOf" srcId="{7099EB8C-ABCD-4D1B-A4BB-A44AFBAD4C8E}" destId="{F6CF99B7-71F4-476E-A2B8-1D09EDBAB68F}" srcOrd="1" destOrd="0" presId="urn:microsoft.com/office/officeart/2018/2/layout/IconCircleList"/>
    <dgm:cxn modelId="{81330FD5-34B9-4AF9-BBCC-74DB34E2A34C}" type="presParOf" srcId="{7099EB8C-ABCD-4D1B-A4BB-A44AFBAD4C8E}" destId="{1A7026D4-E6E7-4D06-9871-9885DF703DE6}" srcOrd="2" destOrd="0" presId="urn:microsoft.com/office/officeart/2018/2/layout/IconCircleList"/>
    <dgm:cxn modelId="{69FB33D3-D791-44D1-B8C2-8F0E20C4DD8E}" type="presParOf" srcId="{7099EB8C-ABCD-4D1B-A4BB-A44AFBAD4C8E}" destId="{9EF320B2-FFE9-4A17-A514-1164B850FDAE}" srcOrd="3" destOrd="0" presId="urn:microsoft.com/office/officeart/2018/2/layout/IconCircleList"/>
    <dgm:cxn modelId="{2EC04571-F01A-405F-B95A-E1E24BC43499}" type="presParOf" srcId="{93B7A9E7-F6C0-4309-A8BF-7E438017A3E4}" destId="{4F46E166-11B0-4249-9F22-AE039A890DFD}" srcOrd="1" destOrd="0" presId="urn:microsoft.com/office/officeart/2018/2/layout/IconCircleList"/>
    <dgm:cxn modelId="{3C2CB160-D008-4E41-95AC-E43DCE5E42EB}" type="presParOf" srcId="{93B7A9E7-F6C0-4309-A8BF-7E438017A3E4}" destId="{4CF9E40F-F1AA-4206-80EC-B093B6722E36}" srcOrd="2" destOrd="0" presId="urn:microsoft.com/office/officeart/2018/2/layout/IconCircleList"/>
    <dgm:cxn modelId="{3CBB889D-4126-4203-B2D9-935D7EDC2EAC}" type="presParOf" srcId="{4CF9E40F-F1AA-4206-80EC-B093B6722E36}" destId="{EA6620FF-C90A-4D96-9CEA-80AEB0681951}" srcOrd="0" destOrd="0" presId="urn:microsoft.com/office/officeart/2018/2/layout/IconCircleList"/>
    <dgm:cxn modelId="{A652C102-FED4-4345-97FE-41B755DD8B19}" type="presParOf" srcId="{4CF9E40F-F1AA-4206-80EC-B093B6722E36}" destId="{3C1FDB1F-46BA-467F-942D-A4BC62A90F0E}" srcOrd="1" destOrd="0" presId="urn:microsoft.com/office/officeart/2018/2/layout/IconCircleList"/>
    <dgm:cxn modelId="{BFBA8050-BD6D-4A4E-A15F-3335DE3BA412}" type="presParOf" srcId="{4CF9E40F-F1AA-4206-80EC-B093B6722E36}" destId="{0ED85507-6943-4E7D-91AF-9A2CA1EDA34A}" srcOrd="2" destOrd="0" presId="urn:microsoft.com/office/officeart/2018/2/layout/IconCircleList"/>
    <dgm:cxn modelId="{4A9EACB5-8454-4BB5-A2B3-0A53B2BCA5D5}" type="presParOf" srcId="{4CF9E40F-F1AA-4206-80EC-B093B6722E36}" destId="{098181E3-CB87-4D07-860F-4DCAA794710A}" srcOrd="3" destOrd="0" presId="urn:microsoft.com/office/officeart/2018/2/layout/IconCircleList"/>
    <dgm:cxn modelId="{AC0A020F-19B4-4D8E-90D1-D243EB45C5DC}" type="presParOf" srcId="{93B7A9E7-F6C0-4309-A8BF-7E438017A3E4}" destId="{A51ACF9C-CAFE-4771-BA93-784625F31000}" srcOrd="3" destOrd="0" presId="urn:microsoft.com/office/officeart/2018/2/layout/IconCircleList"/>
    <dgm:cxn modelId="{AA511180-7CA6-47BE-BE95-1ECC2B8E38C1}" type="presParOf" srcId="{93B7A9E7-F6C0-4309-A8BF-7E438017A3E4}" destId="{84C2739B-2589-477D-BB48-D2BCB52AFE5D}" srcOrd="4" destOrd="0" presId="urn:microsoft.com/office/officeart/2018/2/layout/IconCircleList"/>
    <dgm:cxn modelId="{76AC977E-4C95-40BC-8CD3-3556A4317029}" type="presParOf" srcId="{84C2739B-2589-477D-BB48-D2BCB52AFE5D}" destId="{34D5740A-2C4B-4F34-A798-11588AFD77AC}" srcOrd="0" destOrd="0" presId="urn:microsoft.com/office/officeart/2018/2/layout/IconCircleList"/>
    <dgm:cxn modelId="{6FE18661-654C-44CC-A6B7-D282B2F4604E}" type="presParOf" srcId="{84C2739B-2589-477D-BB48-D2BCB52AFE5D}" destId="{BBA81A11-4AA3-49E8-B020-9FD611D8DA73}" srcOrd="1" destOrd="0" presId="urn:microsoft.com/office/officeart/2018/2/layout/IconCircleList"/>
    <dgm:cxn modelId="{399F9A9E-59D0-4DDA-9B62-0543F84B71F6}" type="presParOf" srcId="{84C2739B-2589-477D-BB48-D2BCB52AFE5D}" destId="{0407AA1F-8DD1-4FAB-8135-2C570DEC492F}" srcOrd="2" destOrd="0" presId="urn:microsoft.com/office/officeart/2018/2/layout/IconCircleList"/>
    <dgm:cxn modelId="{32DE49AD-4CD5-462C-A7BD-293314EEC082}" type="presParOf" srcId="{84C2739B-2589-477D-BB48-D2BCB52AFE5D}" destId="{C74DFADD-EE17-4C67-ADF6-9C465FA920E1}" srcOrd="3" destOrd="0" presId="urn:microsoft.com/office/officeart/2018/2/layout/IconCircleList"/>
    <dgm:cxn modelId="{A0EB7800-D5AB-4A10-A610-A705F00C06F6}" type="presParOf" srcId="{93B7A9E7-F6C0-4309-A8BF-7E438017A3E4}" destId="{718595DC-B5E7-407F-ABEC-9D1DCCF66885}" srcOrd="5" destOrd="0" presId="urn:microsoft.com/office/officeart/2018/2/layout/IconCircleList"/>
    <dgm:cxn modelId="{8B18D296-010F-45C4-A46E-474FB638DBFD}" type="presParOf" srcId="{93B7A9E7-F6C0-4309-A8BF-7E438017A3E4}" destId="{B452E322-32BA-4F58-9766-9EE16BB8AF6A}" srcOrd="6" destOrd="0" presId="urn:microsoft.com/office/officeart/2018/2/layout/IconCircleList"/>
    <dgm:cxn modelId="{5DF91A31-7329-46B3-9EB8-C7D5247B0F36}" type="presParOf" srcId="{B452E322-32BA-4F58-9766-9EE16BB8AF6A}" destId="{485BD0BB-35CF-4EE6-A781-785ABB81D617}" srcOrd="0" destOrd="0" presId="urn:microsoft.com/office/officeart/2018/2/layout/IconCircleList"/>
    <dgm:cxn modelId="{4CB796C3-AD3B-47F5-A7EB-A5717521E769}" type="presParOf" srcId="{B452E322-32BA-4F58-9766-9EE16BB8AF6A}" destId="{5F2063E1-B56B-4B88-8D58-FE5A901C29D0}" srcOrd="1" destOrd="0" presId="urn:microsoft.com/office/officeart/2018/2/layout/IconCircleList"/>
    <dgm:cxn modelId="{30AB05F6-0D6B-4089-99DB-BE53C0CB2D9C}" type="presParOf" srcId="{B452E322-32BA-4F58-9766-9EE16BB8AF6A}" destId="{B208F6DB-3208-4A73-9B32-055027439715}" srcOrd="2" destOrd="0" presId="urn:microsoft.com/office/officeart/2018/2/layout/IconCircleList"/>
    <dgm:cxn modelId="{0FE21AE0-1E2D-42B6-A427-BA8D936DD6F4}" type="presParOf" srcId="{B452E322-32BA-4F58-9766-9EE16BB8AF6A}" destId="{006FC9D6-2F60-4852-9937-B8B8814804D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F66302-F276-43EC-9F43-0D0CD28B64A3}">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9A8E0D-D2ED-4DF2-A6D8-FFB53395704D}">
      <dsp:nvSpPr>
        <dsp:cNvPr id="0" name=""/>
        <dsp:cNvSpPr/>
      </dsp:nvSpPr>
      <dsp:spPr>
        <a:xfrm>
          <a:off x="0" y="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We wanted to create an open-source collaborative LaTeX editor to help eliminate the paywall created by an Overleaf type product.</a:t>
          </a:r>
        </a:p>
      </dsp:txBody>
      <dsp:txXfrm>
        <a:off x="0" y="0"/>
        <a:ext cx="6900512" cy="2768070"/>
      </dsp:txXfrm>
    </dsp:sp>
    <dsp:sp modelId="{67DE4625-FFBA-4BE9-9C47-AA9D0618D9BC}">
      <dsp:nvSpPr>
        <dsp:cNvPr id="0" name=""/>
        <dsp:cNvSpPr/>
      </dsp:nvSpPr>
      <dsp:spPr>
        <a:xfrm>
          <a:off x="0" y="2768070"/>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3D3F15-D02A-4FC9-80AC-21E29423E7A4}">
      <dsp:nvSpPr>
        <dsp:cNvPr id="0" name=""/>
        <dsp:cNvSpPr/>
      </dsp:nvSpPr>
      <dsp:spPr>
        <a:xfrm>
          <a:off x="0" y="276807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This project originated when Robby was maligned by the Overleaf team. Features like version history and collaborative editing shouldn't be locked behind a massive paywall.</a:t>
          </a:r>
        </a:p>
      </dsp:txBody>
      <dsp:txXfrm>
        <a:off x="0" y="2768070"/>
        <a:ext cx="6900512" cy="27680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0AE74-3047-4A79-AA75-0416CFB629B2}">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CF99B7-71F4-476E-A2B8-1D09EDBAB68F}">
      <dsp:nvSpPr>
        <dsp:cNvPr id="0" name=""/>
        <dsp:cNvSpPr/>
      </dsp:nvSpPr>
      <dsp:spPr>
        <a:xfrm>
          <a:off x="570337" y="656145"/>
          <a:ext cx="795751" cy="79575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F320B2-FFE9-4A17-A514-1164B850FDAE}">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latin typeface="Aptos Display" panose="02110004020202020204"/>
            </a:rPr>
            <a:t>React UI with Monaco built editor, custom auto-complete implementation. </a:t>
          </a:r>
          <a:endParaRPr lang="en-US" sz="1700" kern="1200"/>
        </a:p>
      </dsp:txBody>
      <dsp:txXfrm>
        <a:off x="1948202" y="368029"/>
        <a:ext cx="3233964" cy="1371985"/>
      </dsp:txXfrm>
    </dsp:sp>
    <dsp:sp modelId="{EA6620FF-C90A-4D96-9CEA-80AEB0681951}">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1FDB1F-46BA-467F-942D-A4BC62A90F0E}">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8181E3-CB87-4D07-860F-4DCAA794710A}">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Robby bought the "underbranch.org" domain for $12 and had an old computer that we could use as the web server.</a:t>
          </a:r>
        </a:p>
      </dsp:txBody>
      <dsp:txXfrm>
        <a:off x="7411643" y="368029"/>
        <a:ext cx="3233964" cy="1371985"/>
      </dsp:txXfrm>
    </dsp:sp>
    <dsp:sp modelId="{34D5740A-2C4B-4F34-A798-11588AFD77AC}">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A81A11-4AA3-49E8-B020-9FD611D8DA73}">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4DFADD-EE17-4C67-ADF6-9C465FA920E1}">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We installed Ubuntu Server on XPS, and set up nginx, </a:t>
          </a:r>
          <a:r>
            <a:rPr lang="en-US" sz="1700" kern="1200" err="1"/>
            <a:t>cloudflared</a:t>
          </a:r>
          <a:r>
            <a:rPr lang="en-US" sz="1700" kern="1200"/>
            <a:t>, pm2, and </a:t>
          </a:r>
          <a:r>
            <a:rPr lang="en-US" sz="1700" kern="1200" err="1"/>
            <a:t>TeXLive</a:t>
          </a:r>
          <a:r>
            <a:rPr lang="en-US" sz="1700" kern="1200"/>
            <a:t>, before switching away from Cloudflare Tunnels later on.</a:t>
          </a:r>
        </a:p>
      </dsp:txBody>
      <dsp:txXfrm>
        <a:off x="1948202" y="2452790"/>
        <a:ext cx="3233964" cy="1371985"/>
      </dsp:txXfrm>
    </dsp:sp>
    <dsp:sp modelId="{485BD0BB-35CF-4EE6-A781-785ABB81D617}">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2063E1-B56B-4B88-8D58-FE5A901C29D0}">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6FC9D6-2F60-4852-9937-B8B8814804D6}">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We chose to use Node servers to run our API endpoints, while the frontend remained a React app.</a:t>
          </a:r>
        </a:p>
      </dsp:txBody>
      <dsp:txXfrm>
        <a:off x="7411643" y="2452790"/>
        <a:ext cx="3233964" cy="137198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5F165-1A5E-95A9-E630-1E8B9783C6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6E7B71-A931-2C8D-405F-7BDE865460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38F542-68D9-91C8-0885-8149DE41C22E}"/>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5" name="Footer Placeholder 4">
            <a:extLst>
              <a:ext uri="{FF2B5EF4-FFF2-40B4-BE49-F238E27FC236}">
                <a16:creationId xmlns:a16="http://schemas.microsoft.com/office/drawing/2014/main" id="{1CEC21DF-0FAC-7A74-0F0A-22C1B74445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400AD-063B-70AB-5A7C-D32BE3E84C55}"/>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4257203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04491-191D-BCE3-9B79-EE1CA010FC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44F49C-E5E8-5C5C-CB91-DDEA6F10C9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5C18C3-121C-0F65-61AB-404D969CEF0C}"/>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5" name="Footer Placeholder 4">
            <a:extLst>
              <a:ext uri="{FF2B5EF4-FFF2-40B4-BE49-F238E27FC236}">
                <a16:creationId xmlns:a16="http://schemas.microsoft.com/office/drawing/2014/main" id="{B9F5358C-B2EE-08E6-A277-473D35DF2C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23D61-1B3F-785E-9942-F502EC216476}"/>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1846580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11DD2-499D-D158-426D-ACBBD24DAB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6D003E-BEB1-5DA2-F41C-03651899FF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6A5270-1B11-F558-3AB7-702E7A6C3CAC}"/>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5" name="Footer Placeholder 4">
            <a:extLst>
              <a:ext uri="{FF2B5EF4-FFF2-40B4-BE49-F238E27FC236}">
                <a16:creationId xmlns:a16="http://schemas.microsoft.com/office/drawing/2014/main" id="{9BDF4834-0679-B6AC-68FB-8044339B9A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1B1BA2-2E91-CDF7-9CB7-758F50269AC6}"/>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2470884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CD82-96F9-3642-6DD1-DE3DC68151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8CCAD-75C9-3EEB-AC88-944AC80016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B0603B-C87B-3DFC-7341-3A02DCDAE3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E29706-6E89-F1D0-A73B-3E2F77A483F9}"/>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6" name="Footer Placeholder 5">
            <a:extLst>
              <a:ext uri="{FF2B5EF4-FFF2-40B4-BE49-F238E27FC236}">
                <a16:creationId xmlns:a16="http://schemas.microsoft.com/office/drawing/2014/main" id="{E5311C71-B621-20C0-09C0-9739CCDFAF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41F241-A7EE-8FDB-7E22-DD640B78CEE1}"/>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757972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1DBA-47E3-A1E8-58FC-30BCC759F9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03BB6F-730F-1A59-8DF9-0F099C01B2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2872E1-DDAE-E155-32B9-D51713076F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A87204-1F3B-49B0-116E-EAA2C7633F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1760C8-8B8E-0350-51DD-CDB643224A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6CE57D-6A1B-7FD9-C532-4EB681006DD8}"/>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8" name="Footer Placeholder 7">
            <a:extLst>
              <a:ext uri="{FF2B5EF4-FFF2-40B4-BE49-F238E27FC236}">
                <a16:creationId xmlns:a16="http://schemas.microsoft.com/office/drawing/2014/main" id="{FAC13D2B-4C8D-C4FD-CE06-1097B15E7A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4A10C2-424F-127A-4B90-58EB971F4657}"/>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3225768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58862-F2C4-82BA-03C9-73678F9274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6A1456-F0A7-8FF8-38B1-9CAB338357A0}"/>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4" name="Footer Placeholder 3">
            <a:extLst>
              <a:ext uri="{FF2B5EF4-FFF2-40B4-BE49-F238E27FC236}">
                <a16:creationId xmlns:a16="http://schemas.microsoft.com/office/drawing/2014/main" id="{C30BC60A-F531-FD1D-AE01-29168280BD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C4D5EF-5FB2-8C1A-733F-CE30E00E2A39}"/>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1206371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808394-38B6-9025-AEF1-5889CE90C172}"/>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3" name="Footer Placeholder 2">
            <a:extLst>
              <a:ext uri="{FF2B5EF4-FFF2-40B4-BE49-F238E27FC236}">
                <a16:creationId xmlns:a16="http://schemas.microsoft.com/office/drawing/2014/main" id="{8151A50B-AFAA-B5B0-92BC-1485B161EA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3D6A00-F9DB-013E-1496-EF668B3096E5}"/>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2706296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52382-C2AB-8CFD-2891-76C698A6CD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18FB83-B80A-9892-D80F-8CAEFD95A6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33AE37-56C5-31E1-3461-DB1E6A75C6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3BE9B-B28A-90CB-3CBC-4DBE29840222}"/>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6" name="Footer Placeholder 5">
            <a:extLst>
              <a:ext uri="{FF2B5EF4-FFF2-40B4-BE49-F238E27FC236}">
                <a16:creationId xmlns:a16="http://schemas.microsoft.com/office/drawing/2014/main" id="{BF658CE1-BA76-042B-CC48-6DA5B893A4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794039-116F-B30F-E575-64F7B110B6B5}"/>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1768892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10BD5-C562-C4A1-8A55-7F4E22396A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2B4F70-DB3F-9229-4C3B-AFECD37A85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BD2FBD-0CD0-4B97-C87C-D94E00B79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9F263B-1DCE-BA95-3055-A182BA77F07C}"/>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6" name="Footer Placeholder 5">
            <a:extLst>
              <a:ext uri="{FF2B5EF4-FFF2-40B4-BE49-F238E27FC236}">
                <a16:creationId xmlns:a16="http://schemas.microsoft.com/office/drawing/2014/main" id="{5510D151-83D6-BA9A-9D60-5198CCAF57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C721D1-4F4F-8245-B58D-E2B3F92CA3D5}"/>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125507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CF7E4-D6F0-E7B8-7441-EA38AB128B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C11257-C925-D776-865C-485665AD48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2131A3-9022-0449-FD56-AA907DF0B9D3}"/>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5" name="Footer Placeholder 4">
            <a:extLst>
              <a:ext uri="{FF2B5EF4-FFF2-40B4-BE49-F238E27FC236}">
                <a16:creationId xmlns:a16="http://schemas.microsoft.com/office/drawing/2014/main" id="{24CBBF48-B407-3E63-E860-2E66C380BE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F5B3A-7753-5A3C-BFFF-8C66E474D5AD}"/>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776149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2A2D45-305A-0F27-A00D-637629C1EE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292AA6-4820-A192-D37C-FD43BB41A9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CD0EA-A846-9C0B-B23A-77C66EFAAD34}"/>
              </a:ext>
            </a:extLst>
          </p:cNvPr>
          <p:cNvSpPr>
            <a:spLocks noGrp="1"/>
          </p:cNvSpPr>
          <p:nvPr>
            <p:ph type="dt" sz="half" idx="10"/>
          </p:nvPr>
        </p:nvSpPr>
        <p:spPr/>
        <p:txBody>
          <a:bodyPr/>
          <a:lstStyle/>
          <a:p>
            <a:fld id="{B2BF65CC-6D69-4858-9C1A-DF6166D075C2}" type="datetimeFigureOut">
              <a:rPr lang="en-US" smtClean="0"/>
              <a:t>11/15/2025</a:t>
            </a:fld>
            <a:endParaRPr lang="en-US"/>
          </a:p>
        </p:txBody>
      </p:sp>
      <p:sp>
        <p:nvSpPr>
          <p:cNvPr id="5" name="Footer Placeholder 4">
            <a:extLst>
              <a:ext uri="{FF2B5EF4-FFF2-40B4-BE49-F238E27FC236}">
                <a16:creationId xmlns:a16="http://schemas.microsoft.com/office/drawing/2014/main" id="{A45EDEA6-984E-887D-BD4F-38EEE1C4C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DBDB8B-A123-B494-D2A2-FC63BB331F2B}"/>
              </a:ext>
            </a:extLst>
          </p:cNvPr>
          <p:cNvSpPr>
            <a:spLocks noGrp="1"/>
          </p:cNvSpPr>
          <p:nvPr>
            <p:ph type="sldNum" sz="quarter" idx="12"/>
          </p:nvPr>
        </p:nvSpPr>
        <p:spPr/>
        <p:txBody>
          <a:bodyPr/>
          <a:lstStyle/>
          <a:p>
            <a:fld id="{58F5EA48-652D-416B-BF72-92DEA9878374}" type="slidenum">
              <a:rPr lang="en-US" smtClean="0"/>
              <a:t>‹#›</a:t>
            </a:fld>
            <a:endParaRPr lang="en-US"/>
          </a:p>
        </p:txBody>
      </p:sp>
    </p:spTree>
    <p:extLst>
      <p:ext uri="{BB962C8B-B14F-4D97-AF65-F5344CB8AC3E}">
        <p14:creationId xmlns:p14="http://schemas.microsoft.com/office/powerpoint/2010/main" val="969609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F2CBB0-1CAB-6994-A470-2165F5FC61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2B9D04-5E8F-D325-6328-BB4FF6A699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F1D80D-7BEB-02C0-E259-B592958B20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BF65CC-6D69-4858-9C1A-DF6166D075C2}" type="datetimeFigureOut">
              <a:rPr lang="en-US" smtClean="0"/>
              <a:t>11/15/2025</a:t>
            </a:fld>
            <a:endParaRPr lang="en-US"/>
          </a:p>
        </p:txBody>
      </p:sp>
      <p:sp>
        <p:nvSpPr>
          <p:cNvPr id="5" name="Footer Placeholder 4">
            <a:extLst>
              <a:ext uri="{FF2B5EF4-FFF2-40B4-BE49-F238E27FC236}">
                <a16:creationId xmlns:a16="http://schemas.microsoft.com/office/drawing/2014/main" id="{835446FF-98BD-6826-FEC3-AEC0DD02AC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2E592E-DF82-465B-3646-DDCAEE1860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F5EA48-652D-416B-BF72-92DEA9878374}" type="slidenum">
              <a:rPr lang="en-US" smtClean="0"/>
              <a:t>‹#›</a:t>
            </a:fld>
            <a:endParaRPr lang="en-US"/>
          </a:p>
        </p:txBody>
      </p:sp>
    </p:spTree>
    <p:extLst>
      <p:ext uri="{BB962C8B-B14F-4D97-AF65-F5344CB8AC3E}">
        <p14:creationId xmlns:p14="http://schemas.microsoft.com/office/powerpoint/2010/main" val="1775890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microsoft.com/office/2018/10/relationships/comments" Target="../comments/modernComment_10B_17BCA59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Underbranch Logo">
            <a:extLst>
              <a:ext uri="{FF2B5EF4-FFF2-40B4-BE49-F238E27FC236}">
                <a16:creationId xmlns:a16="http://schemas.microsoft.com/office/drawing/2014/main" id="{CFDFB24C-AF13-F522-9B37-3137E7AE686D}"/>
              </a:ext>
            </a:extLst>
          </p:cNvPr>
          <p:cNvPicPr>
            <a:picLocks noChangeAspect="1"/>
          </p:cNvPicPr>
          <p:nvPr/>
        </p:nvPicPr>
        <p:blipFill>
          <a:blip r:embed="rId2"/>
          <a:srcRect t="4280" r="9089" b="23797"/>
          <a:stretch>
            <a:fillRect/>
          </a:stretch>
        </p:blipFill>
        <p:spPr>
          <a:xfrm>
            <a:off x="3523488" y="10"/>
            <a:ext cx="8668512" cy="6857990"/>
          </a:xfrm>
          <a:prstGeom prst="rect">
            <a:avLst/>
          </a:prstGeom>
        </p:spPr>
      </p:pic>
      <p:sp>
        <p:nvSpPr>
          <p:cNvPr id="29" name="Rectangle 28">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4C4DCE-4BD6-9BC6-1307-EA3E4C119035}"/>
              </a:ext>
            </a:extLst>
          </p:cNvPr>
          <p:cNvSpPr>
            <a:spLocks noGrp="1"/>
          </p:cNvSpPr>
          <p:nvPr>
            <p:ph type="ctrTitle"/>
          </p:nvPr>
        </p:nvSpPr>
        <p:spPr>
          <a:xfrm>
            <a:off x="477981" y="1122363"/>
            <a:ext cx="4023360" cy="3204134"/>
          </a:xfrm>
        </p:spPr>
        <p:txBody>
          <a:bodyPr anchor="b">
            <a:normAutofit/>
          </a:bodyPr>
          <a:lstStyle/>
          <a:p>
            <a:pPr algn="l"/>
            <a:r>
              <a:rPr lang="en-US" sz="4800">
                <a:solidFill>
                  <a:schemeClr val="bg1"/>
                </a:solidFill>
              </a:rPr>
              <a:t>Underbranch</a:t>
            </a:r>
          </a:p>
        </p:txBody>
      </p:sp>
      <p:sp>
        <p:nvSpPr>
          <p:cNvPr id="3" name="Subtitle 2">
            <a:extLst>
              <a:ext uri="{FF2B5EF4-FFF2-40B4-BE49-F238E27FC236}">
                <a16:creationId xmlns:a16="http://schemas.microsoft.com/office/drawing/2014/main" id="{00AC52B4-D818-B9B4-2BDC-B44284B10F9B}"/>
              </a:ext>
            </a:extLst>
          </p:cNvPr>
          <p:cNvSpPr>
            <a:spLocks noGrp="1"/>
          </p:cNvSpPr>
          <p:nvPr>
            <p:ph type="subTitle" idx="1"/>
          </p:nvPr>
        </p:nvSpPr>
        <p:spPr>
          <a:xfrm>
            <a:off x="477980" y="4872922"/>
            <a:ext cx="4023359" cy="1208141"/>
          </a:xfrm>
        </p:spPr>
        <p:txBody>
          <a:bodyPr vert="horz" lIns="91440" tIns="45720" rIns="91440" bIns="45720" rtlCol="0">
            <a:normAutofit/>
          </a:bodyPr>
          <a:lstStyle/>
          <a:p>
            <a:pPr algn="l"/>
            <a:r>
              <a:rPr lang="en-US" sz="2000">
                <a:solidFill>
                  <a:schemeClr val="bg1"/>
                </a:solidFill>
              </a:rPr>
              <a:t>Aaron Brown, Brett Dowling, Paul Davis, Matthew Ferrari, Robby Lawrence</a:t>
            </a:r>
          </a:p>
        </p:txBody>
      </p:sp>
      <p:sp>
        <p:nvSpPr>
          <p:cNvPr id="31" name="Rectangle 3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3" name="Rectangle 3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0615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50BDB-E81F-782A-A8DB-4DD53F3197D5}"/>
              </a:ext>
            </a:extLst>
          </p:cNvPr>
          <p:cNvSpPr>
            <a:spLocks noGrp="1"/>
          </p:cNvSpPr>
          <p:nvPr>
            <p:ph type="title"/>
          </p:nvPr>
        </p:nvSpPr>
        <p:spPr>
          <a:xfrm>
            <a:off x="635000" y="640823"/>
            <a:ext cx="3418659" cy="5583148"/>
          </a:xfrm>
        </p:spPr>
        <p:txBody>
          <a:bodyPr anchor="ctr">
            <a:normAutofit/>
          </a:bodyPr>
          <a:lstStyle/>
          <a:p>
            <a:r>
              <a:rPr lang="en-US" sz="5400"/>
              <a:t>Motivation</a:t>
            </a:r>
          </a:p>
        </p:txBody>
      </p:sp>
      <p:sp>
        <p:nvSpPr>
          <p:cNvPr id="2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Content Placeholder 2">
            <a:extLst>
              <a:ext uri="{FF2B5EF4-FFF2-40B4-BE49-F238E27FC236}">
                <a16:creationId xmlns:a16="http://schemas.microsoft.com/office/drawing/2014/main" id="{ECF068EC-2ACC-E51D-5CA6-FEB1DDC6E488}"/>
              </a:ext>
            </a:extLst>
          </p:cNvPr>
          <p:cNvGraphicFramePr>
            <a:graphicFrameLocks noGrp="1"/>
          </p:cNvGraphicFramePr>
          <p:nvPr>
            <p:ph idx="1"/>
            <p:extLst>
              <p:ext uri="{D42A27DB-BD31-4B8C-83A1-F6EECF244321}">
                <p14:modId xmlns:p14="http://schemas.microsoft.com/office/powerpoint/2010/main" val="2566719561"/>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9777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48DD56-ACC8-28E6-04FF-58334FB8B854}"/>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What is LaTeX?</a:t>
            </a:r>
          </a:p>
        </p:txBody>
      </p:sp>
      <p:sp>
        <p:nvSpPr>
          <p:cNvPr id="3" name="Content Placeholder 2">
            <a:extLst>
              <a:ext uri="{FF2B5EF4-FFF2-40B4-BE49-F238E27FC236}">
                <a16:creationId xmlns:a16="http://schemas.microsoft.com/office/drawing/2014/main" id="{59C7D08F-098B-7758-DCCE-EAD736848B0B}"/>
              </a:ext>
            </a:extLst>
          </p:cNvPr>
          <p:cNvSpPr>
            <a:spLocks noGrp="1"/>
          </p:cNvSpPr>
          <p:nvPr>
            <p:ph idx="1"/>
          </p:nvPr>
        </p:nvSpPr>
        <p:spPr>
          <a:xfrm>
            <a:off x="804672" y="2421682"/>
            <a:ext cx="4977578" cy="3639289"/>
          </a:xfrm>
        </p:spPr>
        <p:txBody>
          <a:bodyPr vert="horz" lIns="91440" tIns="45720" rIns="91440" bIns="45720" rtlCol="0" anchor="ctr">
            <a:normAutofit/>
          </a:bodyPr>
          <a:lstStyle/>
          <a:p>
            <a:r>
              <a:rPr lang="en-US" sz="1800">
                <a:solidFill>
                  <a:schemeClr val="tx2"/>
                </a:solidFill>
              </a:rPr>
              <a:t>LaTeX (lah-teck) is a typesetting language created by Donald Knuth that compiles to PDFs.</a:t>
            </a:r>
          </a:p>
          <a:p>
            <a:r>
              <a:rPr lang="en-US" sz="1800">
                <a:solidFill>
                  <a:schemeClr val="tx2"/>
                </a:solidFill>
              </a:rPr>
              <a:t>It is commonly used in research and academic writing.</a:t>
            </a:r>
          </a:p>
          <a:p>
            <a:r>
              <a:rPr lang="en-US" sz="1800">
                <a:solidFill>
                  <a:schemeClr val="tx2"/>
                </a:solidFill>
              </a:rPr>
              <a:t>Several TeX compilers include pdflatex, XaTeX, and Knuth's Tex, to name a few.</a:t>
            </a:r>
          </a:p>
        </p:txBody>
      </p:sp>
      <p:grpSp>
        <p:nvGrpSpPr>
          <p:cNvPr id="21" name="Group 20">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Graphic 21" descr="Typewriter">
            <a:extLst>
              <a:ext uri="{FF2B5EF4-FFF2-40B4-BE49-F238E27FC236}">
                <a16:creationId xmlns:a16="http://schemas.microsoft.com/office/drawing/2014/main" id="{3D56D625-D9C1-8363-E740-6D9489E44F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8211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8082F3-8751-AB18-13D3-A76C5B6CA2FC}"/>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Technologies</a:t>
            </a:r>
          </a:p>
        </p:txBody>
      </p:sp>
      <p:graphicFrame>
        <p:nvGraphicFramePr>
          <p:cNvPr id="5" name="Content Placeholder 2">
            <a:extLst>
              <a:ext uri="{FF2B5EF4-FFF2-40B4-BE49-F238E27FC236}">
                <a16:creationId xmlns:a16="http://schemas.microsoft.com/office/drawing/2014/main" id="{A47D31BC-BC05-6A72-DD4F-D5CF097D3F6A}"/>
              </a:ext>
            </a:extLst>
          </p:cNvPr>
          <p:cNvGraphicFramePr>
            <a:graphicFrameLocks noGrp="1"/>
          </p:cNvGraphicFramePr>
          <p:nvPr>
            <p:ph idx="1"/>
            <p:extLst>
              <p:ext uri="{D42A27DB-BD31-4B8C-83A1-F6EECF244321}">
                <p14:modId xmlns:p14="http://schemas.microsoft.com/office/powerpoint/2010/main" val="314266779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7916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6" name="Rectangle 1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C607E1-7852-A880-0640-27523B18BE6C}"/>
              </a:ext>
            </a:extLst>
          </p:cNvPr>
          <p:cNvSpPr>
            <a:spLocks noGrp="1"/>
          </p:cNvSpPr>
          <p:nvPr>
            <p:ph type="title"/>
          </p:nvPr>
        </p:nvSpPr>
        <p:spPr>
          <a:xfrm>
            <a:off x="761803" y="350196"/>
            <a:ext cx="4646904" cy="1624520"/>
          </a:xfrm>
        </p:spPr>
        <p:txBody>
          <a:bodyPr anchor="ctr">
            <a:normAutofit/>
          </a:bodyPr>
          <a:lstStyle/>
          <a:p>
            <a:pPr algn="ctr"/>
            <a:r>
              <a:rPr lang="en-US" sz="4000"/>
              <a:t>Features</a:t>
            </a:r>
          </a:p>
        </p:txBody>
      </p:sp>
      <p:sp>
        <p:nvSpPr>
          <p:cNvPr id="17" name="Content Placeholder 2">
            <a:extLst>
              <a:ext uri="{FF2B5EF4-FFF2-40B4-BE49-F238E27FC236}">
                <a16:creationId xmlns:a16="http://schemas.microsoft.com/office/drawing/2014/main" id="{CB61DBEE-9884-A140-35B6-A11B8842F94D}"/>
              </a:ext>
            </a:extLst>
          </p:cNvPr>
          <p:cNvSpPr>
            <a:spLocks noGrp="1"/>
          </p:cNvSpPr>
          <p:nvPr>
            <p:ph idx="1"/>
          </p:nvPr>
        </p:nvSpPr>
        <p:spPr>
          <a:xfrm>
            <a:off x="761802" y="2743200"/>
            <a:ext cx="4646905" cy="3613149"/>
          </a:xfrm>
        </p:spPr>
        <p:txBody>
          <a:bodyPr vert="horz" lIns="91440" tIns="45720" rIns="91440" bIns="45720" rtlCol="0" anchor="ctr">
            <a:normAutofit fontScale="92500" lnSpcReduction="10000"/>
          </a:bodyPr>
          <a:lstStyle/>
          <a:p>
            <a:r>
              <a:rPr lang="en-US" sz="2000"/>
              <a:t>Collaborative editing: currently, the users can join password-protected rooms that record changes between users.</a:t>
            </a:r>
          </a:p>
          <a:p>
            <a:r>
              <a:rPr lang="en-US" sz="2000"/>
              <a:t>Fast compilation: a compile button in the toolbar sends a compile request to the /compile/ endpoint on XPS, which returns either the compiled PDF or the error message as the HTTP response.</a:t>
            </a:r>
          </a:p>
          <a:p>
            <a:r>
              <a:rPr lang="en-US" sz="2000"/>
              <a:t>Downloads: the user can download both the compiled PDF and .</a:t>
            </a:r>
            <a:r>
              <a:rPr lang="en-US" sz="2000" err="1"/>
              <a:t>tex</a:t>
            </a:r>
            <a:r>
              <a:rPr lang="en-US" sz="2000"/>
              <a:t> file.</a:t>
            </a:r>
          </a:p>
          <a:p>
            <a:r>
              <a:rPr lang="en-US" sz="2000"/>
              <a:t>Auto-complete implemented in Monaco built text editor.</a:t>
            </a:r>
          </a:p>
        </p:txBody>
      </p:sp>
      <p:pic>
        <p:nvPicPr>
          <p:cNvPr id="18" name="Picture 17">
            <a:extLst>
              <a:ext uri="{FF2B5EF4-FFF2-40B4-BE49-F238E27FC236}">
                <a16:creationId xmlns:a16="http://schemas.microsoft.com/office/drawing/2014/main" id="{4C887A91-F7EE-27C1-DC36-10DD0387616D}"/>
              </a:ext>
            </a:extLst>
          </p:cNvPr>
          <p:cNvPicPr>
            <a:picLocks noChangeAspect="1"/>
          </p:cNvPicPr>
          <p:nvPr/>
        </p:nvPicPr>
        <p:blipFill>
          <a:blip r:embed="rId2"/>
          <a:srcRect l="13640" r="39433" b="6250"/>
          <a:stretch>
            <a:fillRect/>
          </a:stretch>
        </p:blipFill>
        <p:spPr>
          <a:xfrm>
            <a:off x="6096000" y="1"/>
            <a:ext cx="6102825" cy="6858000"/>
          </a:xfrm>
          <a:prstGeom prst="rect">
            <a:avLst/>
          </a:prstGeom>
        </p:spPr>
      </p:pic>
    </p:spTree>
    <p:extLst>
      <p:ext uri="{BB962C8B-B14F-4D97-AF65-F5344CB8AC3E}">
        <p14:creationId xmlns:p14="http://schemas.microsoft.com/office/powerpoint/2010/main" val="270986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B330C1C-220C-1436-BE00-6068F161DEA8}"/>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Login page </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descr="A screenshot of a login form&#10;&#10;AI-generated content may be incorrect.">
            <a:extLst>
              <a:ext uri="{FF2B5EF4-FFF2-40B4-BE49-F238E27FC236}">
                <a16:creationId xmlns:a16="http://schemas.microsoft.com/office/drawing/2014/main" id="{C8BC31AB-DF8A-9C4B-C582-DA84CD56E6EB}"/>
              </a:ext>
            </a:extLst>
          </p:cNvPr>
          <p:cNvPicPr>
            <a:picLocks noGrp="1" noChangeAspect="1"/>
          </p:cNvPicPr>
          <p:nvPr>
            <p:ph idx="1"/>
          </p:nvPr>
        </p:nvPicPr>
        <p:blipFill>
          <a:blip r:embed="rId2"/>
          <a:stretch>
            <a:fillRect/>
          </a:stretch>
        </p:blipFill>
        <p:spPr>
          <a:xfrm>
            <a:off x="889344" y="511293"/>
            <a:ext cx="4405057"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5" name="TextBox 4">
            <a:extLst>
              <a:ext uri="{FF2B5EF4-FFF2-40B4-BE49-F238E27FC236}">
                <a16:creationId xmlns:a16="http://schemas.microsoft.com/office/drawing/2014/main" id="{BEA1DCFC-E5DC-C1DC-C54F-078EA9243143}"/>
              </a:ext>
            </a:extLst>
          </p:cNvPr>
          <p:cNvSpPr txBox="1"/>
          <p:nvPr/>
        </p:nvSpPr>
        <p:spPr>
          <a:xfrm>
            <a:off x="5894962" y="1984443"/>
            <a:ext cx="5458838" cy="419252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a:t>Log In and Sign Up functionality. </a:t>
            </a:r>
          </a:p>
          <a:p>
            <a:pPr marL="285750" indent="-228600">
              <a:lnSpc>
                <a:spcPct val="90000"/>
              </a:lnSpc>
              <a:spcAft>
                <a:spcPts val="600"/>
              </a:spcAft>
              <a:buFont typeface="Arial" panose="020B0604020202020204" pitchFamily="34" charset="0"/>
              <a:buChar char="•"/>
            </a:pPr>
            <a:r>
              <a:rPr lang="en-US"/>
              <a:t>If someone forgets their password, they can reset with an email sent to their account.</a:t>
            </a:r>
          </a:p>
          <a:p>
            <a:pPr marL="285750" indent="-228600">
              <a:lnSpc>
                <a:spcPct val="90000"/>
              </a:lnSpc>
              <a:spcAft>
                <a:spcPts val="600"/>
              </a:spcAft>
              <a:buFont typeface="Arial" panose="020B0604020202020204" pitchFamily="34" charset="0"/>
              <a:buChar char="•"/>
            </a:pPr>
            <a:r>
              <a:rPr lang="en-US"/>
              <a:t>Google sign in verification. </a:t>
            </a:r>
          </a:p>
        </p:txBody>
      </p:sp>
    </p:spTree>
    <p:extLst>
      <p:ext uri="{BB962C8B-B14F-4D97-AF65-F5344CB8AC3E}">
        <p14:creationId xmlns:p14="http://schemas.microsoft.com/office/powerpoint/2010/main" val="3422028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77DA06-E7D5-426D-34CD-06896F240A3C}"/>
              </a:ext>
            </a:extLst>
          </p:cNvPr>
          <p:cNvSpPr>
            <a:spLocks noGrp="1"/>
          </p:cNvSpPr>
          <p:nvPr>
            <p:ph type="title"/>
          </p:nvPr>
        </p:nvSpPr>
        <p:spPr>
          <a:xfrm>
            <a:off x="640080" y="4777739"/>
            <a:ext cx="3418990" cy="1412119"/>
          </a:xfrm>
          <a:prstGeom prst="ellipse">
            <a:avLst/>
          </a:prstGeom>
        </p:spPr>
        <p:txBody>
          <a:bodyPr vert="horz" lIns="91440" tIns="45720" rIns="91440" bIns="45720" rtlCol="0" anchor="ctr">
            <a:normAutofit/>
          </a:bodyPr>
          <a:lstStyle/>
          <a:p>
            <a:r>
              <a:rPr lang="en-US" sz="3000"/>
              <a:t>Editor Interface</a:t>
            </a:r>
          </a:p>
        </p:txBody>
      </p:sp>
      <p:pic>
        <p:nvPicPr>
          <p:cNvPr id="4" name="Content Placeholder 3" descr="A screenshot of a computer&#10;&#10;AI-generated content may be incorrect.">
            <a:extLst>
              <a:ext uri="{FF2B5EF4-FFF2-40B4-BE49-F238E27FC236}">
                <a16:creationId xmlns:a16="http://schemas.microsoft.com/office/drawing/2014/main" id="{5975F6B6-1FAE-D14A-7604-676F787D8D15}"/>
              </a:ext>
            </a:extLst>
          </p:cNvPr>
          <p:cNvPicPr>
            <a:picLocks noGrp="1" noChangeAspect="1"/>
          </p:cNvPicPr>
          <p:nvPr>
            <p:ph idx="1"/>
          </p:nvPr>
        </p:nvPicPr>
        <p:blipFill>
          <a:blip r:embed="rId2"/>
          <a:srcRect b="24847"/>
          <a:stretch>
            <a:fillRect/>
          </a:stretch>
        </p:blipFill>
        <p:spPr>
          <a:xfrm>
            <a:off x="-2321" y="-2331"/>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21"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sX0" fmla="*/ 0 w 1371600"/>
              <a:gd name="csY0" fmla="*/ 0 h 18288"/>
              <a:gd name="csX1" fmla="*/ 685800 w 1371600"/>
              <a:gd name="csY1" fmla="*/ 0 h 18288"/>
              <a:gd name="csX2" fmla="*/ 1371600 w 1371600"/>
              <a:gd name="csY2" fmla="*/ 0 h 18288"/>
              <a:gd name="csX3" fmla="*/ 1371600 w 1371600"/>
              <a:gd name="csY3" fmla="*/ 18288 h 18288"/>
              <a:gd name="csX4" fmla="*/ 713232 w 1371600"/>
              <a:gd name="csY4" fmla="*/ 18288 h 18288"/>
              <a:gd name="csX5" fmla="*/ 0 w 1371600"/>
              <a:gd name="csY5" fmla="*/ 18288 h 18288"/>
              <a:gd name="csX6" fmla="*/ 0 w 1371600"/>
              <a:gd name="csY6" fmla="*/ 0 h 18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2AC2BD6-7E3E-BBCD-2048-678D6FDB3477}"/>
              </a:ext>
            </a:extLst>
          </p:cNvPr>
          <p:cNvSpPr txBox="1"/>
          <p:nvPr/>
        </p:nvSpPr>
        <p:spPr>
          <a:xfrm>
            <a:off x="4654294" y="4777739"/>
            <a:ext cx="6897626" cy="139922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fontScale="92500" lnSpcReduction="10000"/>
          </a:bodyPr>
          <a:lstStyle/>
          <a:p>
            <a:pPr indent="-228600">
              <a:lnSpc>
                <a:spcPct val="90000"/>
              </a:lnSpc>
              <a:spcAft>
                <a:spcPts val="600"/>
              </a:spcAft>
              <a:buFont typeface="Arial" panose="020B0604020202020204" pitchFamily="34" charset="0"/>
              <a:buChar char="•"/>
            </a:pPr>
            <a:r>
              <a:rPr lang="en-US" sz="2200"/>
              <a:t>From the editor you can split panes, preview pdf only, preview editor only, download .</a:t>
            </a:r>
            <a:r>
              <a:rPr lang="en-US" sz="2200" err="1"/>
              <a:t>tex</a:t>
            </a:r>
            <a:r>
              <a:rPr lang="en-US" sz="2200"/>
              <a:t> file, compile to pdf, download as pdf, clear, and change to light or dark mode. </a:t>
            </a:r>
            <a:endParaRPr lang="en-US"/>
          </a:p>
          <a:p>
            <a:pPr indent="-228600">
              <a:lnSpc>
                <a:spcPct val="90000"/>
              </a:lnSpc>
              <a:spcAft>
                <a:spcPts val="600"/>
              </a:spcAft>
              <a:buFont typeface="Arial" panose="020B0604020202020204" pitchFamily="34" charset="0"/>
              <a:buChar char="•"/>
            </a:pPr>
            <a:r>
              <a:rPr lang="en-US" sz="2200"/>
              <a:t>    Autocomplete implemented with basic latex library commands.</a:t>
            </a:r>
            <a:endParaRPr lang="en-US"/>
          </a:p>
        </p:txBody>
      </p:sp>
      <p:pic>
        <p:nvPicPr>
          <p:cNvPr id="6" name="Picture 5" descr="A screenshot of a computer&#10;&#10;AI-generated content may be incorrect.">
            <a:extLst>
              <a:ext uri="{FF2B5EF4-FFF2-40B4-BE49-F238E27FC236}">
                <a16:creationId xmlns:a16="http://schemas.microsoft.com/office/drawing/2014/main" id="{4F5A9051-8B84-9F91-B6CC-B0B03C482F9F}"/>
              </a:ext>
            </a:extLst>
          </p:cNvPr>
          <p:cNvPicPr>
            <a:picLocks noChangeAspect="1"/>
          </p:cNvPicPr>
          <p:nvPr/>
        </p:nvPicPr>
        <p:blipFill>
          <a:blip r:embed="rId3"/>
          <a:stretch>
            <a:fillRect/>
          </a:stretch>
        </p:blipFill>
        <p:spPr>
          <a:xfrm>
            <a:off x="0" y="-21876"/>
            <a:ext cx="12192000" cy="4578883"/>
          </a:xfrm>
          <a:prstGeom prst="rect">
            <a:avLst/>
          </a:prstGeom>
        </p:spPr>
      </p:pic>
    </p:spTree>
    <p:extLst>
      <p:ext uri="{BB962C8B-B14F-4D97-AF65-F5344CB8AC3E}">
        <p14:creationId xmlns:p14="http://schemas.microsoft.com/office/powerpoint/2010/main" val="2367714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D1930-132A-4CBC-D072-383AF8BCF4AC}"/>
              </a:ext>
            </a:extLst>
          </p:cNvPr>
          <p:cNvSpPr>
            <a:spLocks noGrp="1"/>
          </p:cNvSpPr>
          <p:nvPr>
            <p:ph type="title"/>
          </p:nvPr>
        </p:nvSpPr>
        <p:spPr/>
        <p:txBody>
          <a:bodyPr/>
          <a:lstStyle/>
          <a:p>
            <a:r>
              <a:rPr lang="en-US">
                <a:solidFill>
                  <a:schemeClr val="bg1"/>
                </a:solidFill>
              </a:rPr>
              <a:t>Collaborative Editing</a:t>
            </a:r>
          </a:p>
        </p:txBody>
      </p:sp>
      <p:sp>
        <p:nvSpPr>
          <p:cNvPr id="3" name="Text Placeholder 2">
            <a:extLst>
              <a:ext uri="{FF2B5EF4-FFF2-40B4-BE49-F238E27FC236}">
                <a16:creationId xmlns:a16="http://schemas.microsoft.com/office/drawing/2014/main" id="{C61CF417-BA95-CAE6-29DD-93418721487F}"/>
              </a:ext>
            </a:extLst>
          </p:cNvPr>
          <p:cNvSpPr>
            <a:spLocks noGrp="1"/>
          </p:cNvSpPr>
          <p:nvPr>
            <p:ph type="body" idx="1"/>
          </p:nvPr>
        </p:nvSpPr>
        <p:spPr/>
        <p:txBody>
          <a:bodyPr/>
          <a:lstStyle/>
          <a:p>
            <a:r>
              <a:rPr lang="en-US">
                <a:solidFill>
                  <a:schemeClr val="bg1"/>
                </a:solidFill>
              </a:rPr>
              <a:t>Functionality</a:t>
            </a:r>
          </a:p>
        </p:txBody>
      </p:sp>
      <p:sp>
        <p:nvSpPr>
          <p:cNvPr id="5" name="Text Placeholder 4">
            <a:extLst>
              <a:ext uri="{FF2B5EF4-FFF2-40B4-BE49-F238E27FC236}">
                <a16:creationId xmlns:a16="http://schemas.microsoft.com/office/drawing/2014/main" id="{B2DFFB74-4A35-702B-664F-97FA3D185AB2}"/>
              </a:ext>
            </a:extLst>
          </p:cNvPr>
          <p:cNvSpPr>
            <a:spLocks noGrp="1"/>
          </p:cNvSpPr>
          <p:nvPr>
            <p:ph type="body" sz="quarter" idx="3"/>
          </p:nvPr>
        </p:nvSpPr>
        <p:spPr/>
        <p:txBody>
          <a:bodyPr/>
          <a:lstStyle/>
          <a:p>
            <a:r>
              <a:rPr lang="en-US">
                <a:solidFill>
                  <a:schemeClr val="bg1"/>
                </a:solidFill>
              </a:rPr>
              <a:t>Web Sockets</a:t>
            </a:r>
          </a:p>
        </p:txBody>
      </p:sp>
      <p:sp>
        <p:nvSpPr>
          <p:cNvPr id="6" name="Content Placeholder 5">
            <a:extLst>
              <a:ext uri="{FF2B5EF4-FFF2-40B4-BE49-F238E27FC236}">
                <a16:creationId xmlns:a16="http://schemas.microsoft.com/office/drawing/2014/main" id="{E0549147-F468-4439-A60C-8A34EF47D9AE}"/>
              </a:ext>
            </a:extLst>
          </p:cNvPr>
          <p:cNvSpPr>
            <a:spLocks noGrp="1"/>
          </p:cNvSpPr>
          <p:nvPr>
            <p:ph sz="quarter" idx="4"/>
          </p:nvPr>
        </p:nvSpPr>
        <p:spPr/>
        <p:txBody>
          <a:bodyPr vert="horz" lIns="91440" tIns="45720" rIns="91440" bIns="45720" rtlCol="0" anchor="t">
            <a:normAutofit/>
          </a:bodyPr>
          <a:lstStyle/>
          <a:p>
            <a:pPr marL="0" indent="0">
              <a:buNone/>
            </a:pPr>
            <a:endParaRPr lang="en-US">
              <a:solidFill>
                <a:schemeClr val="bg1"/>
              </a:solidFill>
            </a:endParaRPr>
          </a:p>
          <a:p>
            <a:pPr marL="0" indent="0">
              <a:buNone/>
            </a:pPr>
            <a:r>
              <a:rPr lang="en-US">
                <a:solidFill>
                  <a:schemeClr val="bg1"/>
                </a:solidFill>
              </a:rPr>
              <a:t>Web sockets enable </a:t>
            </a:r>
          </a:p>
          <a:p>
            <a:pPr marL="0" indent="0">
              <a:buNone/>
            </a:pPr>
            <a:r>
              <a:rPr lang="en-US">
                <a:solidFill>
                  <a:schemeClr val="bg1"/>
                </a:solidFill>
              </a:rPr>
              <a:t>collaborative editing. They </a:t>
            </a:r>
          </a:p>
          <a:p>
            <a:pPr marL="0" indent="0">
              <a:buNone/>
            </a:pPr>
            <a:r>
              <a:rPr lang="en-US">
                <a:solidFill>
                  <a:schemeClr val="bg1"/>
                </a:solidFill>
              </a:rPr>
              <a:t>detect any changes made from </a:t>
            </a:r>
          </a:p>
          <a:p>
            <a:pPr marL="0" indent="0">
              <a:buNone/>
            </a:pPr>
            <a:r>
              <a:rPr lang="en-US">
                <a:solidFill>
                  <a:schemeClr val="bg1"/>
                </a:solidFill>
              </a:rPr>
              <a:t>one client and broadcast them </a:t>
            </a:r>
          </a:p>
          <a:p>
            <a:pPr marL="0" indent="0">
              <a:buNone/>
            </a:pPr>
            <a:r>
              <a:rPr lang="en-US">
                <a:solidFill>
                  <a:schemeClr val="bg1"/>
                </a:solidFill>
              </a:rPr>
              <a:t>to all other clients in the socket.</a:t>
            </a:r>
          </a:p>
          <a:p>
            <a:pPr marL="0" indent="0">
              <a:buNone/>
            </a:pPr>
            <a:r>
              <a:rPr lang="en-US">
                <a:solidFill>
                  <a:schemeClr val="bg1"/>
                </a:solidFill>
              </a:rPr>
              <a:t>Think of a cell phone tower.</a:t>
            </a:r>
          </a:p>
        </p:txBody>
      </p:sp>
      <p:sp>
        <p:nvSpPr>
          <p:cNvPr id="9" name="Content Placeholder 8">
            <a:extLst>
              <a:ext uri="{FF2B5EF4-FFF2-40B4-BE49-F238E27FC236}">
                <a16:creationId xmlns:a16="http://schemas.microsoft.com/office/drawing/2014/main" id="{6C998D76-B5CB-B2D2-F59D-11BF950F5024}"/>
              </a:ext>
            </a:extLst>
          </p:cNvPr>
          <p:cNvSpPr>
            <a:spLocks noGrp="1"/>
          </p:cNvSpPr>
          <p:nvPr>
            <p:ph sz="half" idx="2"/>
          </p:nvPr>
        </p:nvSpPr>
        <p:spPr/>
        <p:txBody>
          <a:bodyPr vert="horz" lIns="91440" tIns="45720" rIns="91440" bIns="45720" rtlCol="0" anchor="t">
            <a:normAutofit/>
          </a:bodyPr>
          <a:lstStyle/>
          <a:p>
            <a:pPr marL="0" indent="0">
              <a:buNone/>
            </a:pPr>
            <a:endParaRPr lang="en-US">
              <a:solidFill>
                <a:schemeClr val="bg1"/>
              </a:solidFill>
            </a:endParaRPr>
          </a:p>
          <a:p>
            <a:pPr marL="0" indent="0">
              <a:buNone/>
            </a:pPr>
            <a:r>
              <a:rPr lang="en-US">
                <a:solidFill>
                  <a:schemeClr val="bg1"/>
                </a:solidFill>
              </a:rPr>
              <a:t>Collaborative editing is the</a:t>
            </a:r>
          </a:p>
          <a:p>
            <a:pPr marL="0" indent="0">
              <a:buNone/>
            </a:pPr>
            <a:r>
              <a:rPr lang="en-US">
                <a:solidFill>
                  <a:schemeClr val="bg1"/>
                </a:solidFill>
              </a:rPr>
              <a:t> ability for two or more people to</a:t>
            </a:r>
          </a:p>
          <a:p>
            <a:pPr marL="0" indent="0">
              <a:buNone/>
            </a:pPr>
            <a:r>
              <a:rPr lang="en-US">
                <a:solidFill>
                  <a:schemeClr val="bg1"/>
                </a:solidFill>
              </a:rPr>
              <a:t> make changes to a file and view</a:t>
            </a:r>
          </a:p>
          <a:p>
            <a:pPr marL="0" indent="0">
              <a:buNone/>
            </a:pPr>
            <a:r>
              <a:rPr lang="en-US">
                <a:solidFill>
                  <a:schemeClr val="bg1"/>
                </a:solidFill>
              </a:rPr>
              <a:t> others peoples' changes to that</a:t>
            </a:r>
          </a:p>
          <a:p>
            <a:pPr marL="0" indent="0">
              <a:buNone/>
            </a:pPr>
            <a:r>
              <a:rPr lang="en-US">
                <a:solidFill>
                  <a:schemeClr val="bg1"/>
                </a:solidFill>
              </a:rPr>
              <a:t> file in real-time.</a:t>
            </a:r>
          </a:p>
          <a:p>
            <a:pPr marL="0" indent="0">
              <a:buNone/>
            </a:pPr>
            <a:endParaRPr lang="en-US"/>
          </a:p>
        </p:txBody>
      </p:sp>
    </p:spTree>
    <p:extLst>
      <p:ext uri="{BB962C8B-B14F-4D97-AF65-F5344CB8AC3E}">
        <p14:creationId xmlns:p14="http://schemas.microsoft.com/office/powerpoint/2010/main" val="398239127"/>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78E85-A3C8-9EB8-92AE-C938BA50600C}"/>
              </a:ext>
            </a:extLst>
          </p:cNvPr>
          <p:cNvSpPr>
            <a:spLocks noGrp="1"/>
          </p:cNvSpPr>
          <p:nvPr>
            <p:ph type="title"/>
          </p:nvPr>
        </p:nvSpPr>
        <p:spPr/>
        <p:txBody>
          <a:bodyPr/>
          <a:lstStyle/>
          <a:p>
            <a:r>
              <a:rPr lang="en-US"/>
              <a:t>Rooms</a:t>
            </a:r>
          </a:p>
        </p:txBody>
      </p:sp>
      <p:pic>
        <p:nvPicPr>
          <p:cNvPr id="4" name="Content Placeholder 3" descr="A screenshot of a computer error&#10;&#10;AI-generated content may be incorrect.">
            <a:extLst>
              <a:ext uri="{FF2B5EF4-FFF2-40B4-BE49-F238E27FC236}">
                <a16:creationId xmlns:a16="http://schemas.microsoft.com/office/drawing/2014/main" id="{5A262043-BA01-F83F-055A-D347F470414C}"/>
              </a:ext>
            </a:extLst>
          </p:cNvPr>
          <p:cNvPicPr>
            <a:picLocks noGrp="1" noChangeAspect="1"/>
          </p:cNvPicPr>
          <p:nvPr>
            <p:ph idx="1"/>
          </p:nvPr>
        </p:nvPicPr>
        <p:blipFill>
          <a:blip r:embed="rId3"/>
          <a:stretch>
            <a:fillRect/>
          </a:stretch>
        </p:blipFill>
        <p:spPr>
          <a:xfrm>
            <a:off x="838161" y="2006439"/>
            <a:ext cx="3567272" cy="4351338"/>
          </a:xfrm>
          <a:prstGeom prst="rect">
            <a:avLst/>
          </a:prstGeom>
        </p:spPr>
      </p:pic>
      <p:sp>
        <p:nvSpPr>
          <p:cNvPr id="5" name="TextBox 4">
            <a:extLst>
              <a:ext uri="{FF2B5EF4-FFF2-40B4-BE49-F238E27FC236}">
                <a16:creationId xmlns:a16="http://schemas.microsoft.com/office/drawing/2014/main" id="{061D563A-F775-36D6-05F3-76D6064CF5DD}"/>
              </a:ext>
            </a:extLst>
          </p:cNvPr>
          <p:cNvSpPr txBox="1"/>
          <p:nvPr/>
        </p:nvSpPr>
        <p:spPr>
          <a:xfrm>
            <a:off x="5168819" y="2908217"/>
            <a:ext cx="618382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When creating a room, you have the option to set a password.</a:t>
            </a:r>
          </a:p>
          <a:p>
            <a:endParaRPr lang="en-US" sz="2400"/>
          </a:p>
          <a:p>
            <a:r>
              <a:rPr lang="en-US" sz="2400"/>
              <a:t>Only people who know the password can access your room!</a:t>
            </a:r>
          </a:p>
        </p:txBody>
      </p:sp>
    </p:spTree>
    <p:extLst>
      <p:ext uri="{BB962C8B-B14F-4D97-AF65-F5344CB8AC3E}">
        <p14:creationId xmlns:p14="http://schemas.microsoft.com/office/powerpoint/2010/main" val="4079504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C5D3B9-8EFB-A1D4-DE4F-80EAA7CC28C4}"/>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latin typeface="+mj-lt"/>
                <a:ea typeface="+mj-ea"/>
                <a:cs typeface="+mj-cs"/>
              </a:rPr>
              <a:t>Demo Time!</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8" y="4175796"/>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704872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1A7BB2-1041-3A7A-E358-279964FADAFB}"/>
              </a:ext>
            </a:extLst>
          </p:cNvPr>
          <p:cNvSpPr>
            <a:spLocks noGrp="1"/>
          </p:cNvSpPr>
          <p:nvPr>
            <p:ph type="title"/>
          </p:nvPr>
        </p:nvSpPr>
        <p:spPr>
          <a:xfrm>
            <a:off x="6590662" y="4267832"/>
            <a:ext cx="4805996" cy="1297115"/>
          </a:xfrm>
        </p:spPr>
        <p:txBody>
          <a:bodyPr vert="horz" lIns="91440" tIns="45720" rIns="91440" bIns="45720" rtlCol="0" anchor="t">
            <a:normAutofit/>
          </a:bodyPr>
          <a:lstStyle/>
          <a:p>
            <a:pPr algn="ctr"/>
            <a:r>
              <a:rPr lang="en-US" sz="4000" kern="1200">
                <a:solidFill>
                  <a:schemeClr val="tx2"/>
                </a:solidFill>
                <a:latin typeface="+mj-lt"/>
                <a:ea typeface="+mj-ea"/>
                <a:cs typeface="+mj-cs"/>
              </a:rPr>
              <a:t>Any questions?</a:t>
            </a:r>
            <a:endParaRPr lang="en-US">
              <a:solidFill>
                <a:schemeClr val="tx2"/>
              </a:solidFill>
              <a:ea typeface="+mj-ea"/>
              <a:cs typeface="+mj-cs"/>
            </a:endParaRPr>
          </a:p>
        </p:txBody>
      </p:sp>
      <p:pic>
        <p:nvPicPr>
          <p:cNvPr id="20" name="Graphic 19" descr="Question mark">
            <a:extLst>
              <a:ext uri="{FF2B5EF4-FFF2-40B4-BE49-F238E27FC236}">
                <a16:creationId xmlns:a16="http://schemas.microsoft.com/office/drawing/2014/main" id="{9A1A1A5B-9E08-F236-B147-4AFDC410B5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1" name="Group 20">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9172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Underbranch</vt:lpstr>
      <vt:lpstr>Motivation</vt:lpstr>
      <vt:lpstr>What is LaTeX?</vt:lpstr>
      <vt:lpstr>Technologies</vt:lpstr>
      <vt:lpstr>Features</vt:lpstr>
      <vt:lpstr>Login page </vt:lpstr>
      <vt:lpstr>Editor Interface</vt:lpstr>
      <vt:lpstr>Collaborative Editing</vt:lpstr>
      <vt:lpstr>Rooms</vt:lpstr>
      <vt:lpstr>Demo Time!</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Brett Dowling</dc:creator>
  <cp:revision>23</cp:revision>
  <dcterms:created xsi:type="dcterms:W3CDTF">2025-11-11T14:08:37Z</dcterms:created>
  <dcterms:modified xsi:type="dcterms:W3CDTF">2025-11-15T13:57:20Z</dcterms:modified>
</cp:coreProperties>
</file>